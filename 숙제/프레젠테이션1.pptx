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6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432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8111-6404-4D00-907A-514823859BE1}" type="datetimeFigureOut">
              <a:rPr lang="ko-KR" altLang="en-US" smtClean="0"/>
              <a:t>2019-11-03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65847-71E8-4D1F-85C1-D31BC494F7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5164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8111-6404-4D00-907A-514823859BE1}" type="datetimeFigureOut">
              <a:rPr lang="ko-KR" altLang="en-US" smtClean="0"/>
              <a:t>2019-11-03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65847-71E8-4D1F-85C1-D31BC494F7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3800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8111-6404-4D00-907A-514823859BE1}" type="datetimeFigureOut">
              <a:rPr lang="ko-KR" altLang="en-US" smtClean="0"/>
              <a:t>2019-11-03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65847-71E8-4D1F-85C1-D31BC494F7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0146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8111-6404-4D00-907A-514823859BE1}" type="datetimeFigureOut">
              <a:rPr lang="ko-KR" altLang="en-US" smtClean="0"/>
              <a:t>2019-11-03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65847-71E8-4D1F-85C1-D31BC494F7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1732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8111-6404-4D00-907A-514823859BE1}" type="datetimeFigureOut">
              <a:rPr lang="ko-KR" altLang="en-US" smtClean="0"/>
              <a:t>2019-11-03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65847-71E8-4D1F-85C1-D31BC494F7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0239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8111-6404-4D00-907A-514823859BE1}" type="datetimeFigureOut">
              <a:rPr lang="ko-KR" altLang="en-US" smtClean="0"/>
              <a:t>2019-11-03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65847-71E8-4D1F-85C1-D31BC494F7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6932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8111-6404-4D00-907A-514823859BE1}" type="datetimeFigureOut">
              <a:rPr lang="ko-KR" altLang="en-US" smtClean="0"/>
              <a:t>2019-11-03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65847-71E8-4D1F-85C1-D31BC494F7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4060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8111-6404-4D00-907A-514823859BE1}" type="datetimeFigureOut">
              <a:rPr lang="ko-KR" altLang="en-US" smtClean="0"/>
              <a:t>2019-11-03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65847-71E8-4D1F-85C1-D31BC494F7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951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8111-6404-4D00-907A-514823859BE1}" type="datetimeFigureOut">
              <a:rPr lang="ko-KR" altLang="en-US" smtClean="0"/>
              <a:t>2019-11-03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65847-71E8-4D1F-85C1-D31BC494F7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5013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8111-6404-4D00-907A-514823859BE1}" type="datetimeFigureOut">
              <a:rPr lang="ko-KR" altLang="en-US" smtClean="0"/>
              <a:t>2019-11-03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65847-71E8-4D1F-85C1-D31BC494F7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8818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8111-6404-4D00-907A-514823859BE1}" type="datetimeFigureOut">
              <a:rPr lang="ko-KR" altLang="en-US" smtClean="0"/>
              <a:t>2019-11-03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65847-71E8-4D1F-85C1-D31BC494F7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5526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698111-6404-4D00-907A-514823859BE1}" type="datetimeFigureOut">
              <a:rPr lang="ko-KR" altLang="en-US" smtClean="0"/>
              <a:t>2019-11-03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565847-71E8-4D1F-85C1-D31BC494F7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4993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_x442147048"/>
          <p:cNvSpPr>
            <a:spLocks noChangeArrowheads="1"/>
          </p:cNvSpPr>
          <p:nvPr/>
        </p:nvSpPr>
        <p:spPr bwMode="auto">
          <a:xfrm>
            <a:off x="109572" y="641461"/>
            <a:ext cx="1204913" cy="4349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InitDirect3D</a:t>
            </a:r>
            <a:endParaRPr kumimoji="0" lang="en-US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_x442148248"/>
          <p:cNvSpPr>
            <a:spLocks noChangeArrowheads="1"/>
          </p:cNvSpPr>
          <p:nvPr/>
        </p:nvSpPr>
        <p:spPr bwMode="auto">
          <a:xfrm>
            <a:off x="1413992" y="117345"/>
            <a:ext cx="1346200" cy="4349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Direct3DCREATE9</a:t>
            </a:r>
            <a:endParaRPr kumimoji="0" lang="en-US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_x442143928"/>
          <p:cNvSpPr>
            <a:spLocks noChangeArrowheads="1"/>
          </p:cNvSpPr>
          <p:nvPr/>
        </p:nvSpPr>
        <p:spPr bwMode="auto">
          <a:xfrm>
            <a:off x="1413992" y="628842"/>
            <a:ext cx="1346200" cy="4349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ZeroMemory</a:t>
            </a:r>
            <a:endParaRPr kumimoji="0" lang="en-US" altLang="ko-K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_x442143448"/>
          <p:cNvSpPr>
            <a:spLocks noChangeArrowheads="1"/>
          </p:cNvSpPr>
          <p:nvPr/>
        </p:nvSpPr>
        <p:spPr bwMode="auto">
          <a:xfrm>
            <a:off x="1413992" y="1143334"/>
            <a:ext cx="1346200" cy="4349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0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CreateDevice</a:t>
            </a:r>
            <a:endParaRPr kumimoji="0" lang="en-US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_x442147048"/>
          <p:cNvSpPr>
            <a:spLocks noChangeArrowheads="1"/>
          </p:cNvSpPr>
          <p:nvPr/>
        </p:nvSpPr>
        <p:spPr bwMode="auto">
          <a:xfrm>
            <a:off x="109572" y="1753607"/>
            <a:ext cx="1204913" cy="4349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000" dirty="0" smtClean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ReleaseDirect3D</a:t>
            </a:r>
            <a:endParaRPr kumimoji="0" lang="en-US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_x442147048"/>
          <p:cNvSpPr>
            <a:spLocks noChangeArrowheads="1"/>
          </p:cNvSpPr>
          <p:nvPr/>
        </p:nvSpPr>
        <p:spPr bwMode="auto">
          <a:xfrm>
            <a:off x="129218" y="2696860"/>
            <a:ext cx="1204913" cy="4349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DrawSprite</a:t>
            </a:r>
            <a:endParaRPr kumimoji="0" lang="en-US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_x442147048"/>
          <p:cNvSpPr>
            <a:spLocks noChangeArrowheads="1"/>
          </p:cNvSpPr>
          <p:nvPr/>
        </p:nvSpPr>
        <p:spPr bwMode="auto">
          <a:xfrm>
            <a:off x="1442717" y="3914977"/>
            <a:ext cx="1204913" cy="4349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 smtClean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Clear</a:t>
            </a:r>
            <a:endParaRPr kumimoji="0" lang="en-US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_x442147048"/>
          <p:cNvSpPr>
            <a:spLocks noChangeArrowheads="1"/>
          </p:cNvSpPr>
          <p:nvPr/>
        </p:nvSpPr>
        <p:spPr bwMode="auto">
          <a:xfrm>
            <a:off x="1413993" y="2712701"/>
            <a:ext cx="1204913" cy="4349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 smtClean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Draw</a:t>
            </a:r>
            <a:endParaRPr kumimoji="0" lang="en-US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_x442147048"/>
          <p:cNvSpPr>
            <a:spLocks noChangeArrowheads="1"/>
          </p:cNvSpPr>
          <p:nvPr/>
        </p:nvSpPr>
        <p:spPr bwMode="auto">
          <a:xfrm>
            <a:off x="1413992" y="3202389"/>
            <a:ext cx="1204913" cy="4349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 smtClean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End</a:t>
            </a:r>
            <a:endParaRPr kumimoji="0" lang="en-US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_x442147048"/>
          <p:cNvSpPr>
            <a:spLocks noChangeArrowheads="1"/>
          </p:cNvSpPr>
          <p:nvPr/>
        </p:nvSpPr>
        <p:spPr bwMode="auto">
          <a:xfrm>
            <a:off x="109572" y="4650457"/>
            <a:ext cx="1204913" cy="4349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</a:rPr>
              <a:t>Render</a:t>
            </a:r>
            <a:endParaRPr kumimoji="0" lang="en-US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_x442147048"/>
          <p:cNvSpPr>
            <a:spLocks noChangeArrowheads="1"/>
          </p:cNvSpPr>
          <p:nvPr/>
        </p:nvSpPr>
        <p:spPr bwMode="auto">
          <a:xfrm>
            <a:off x="1413992" y="2227423"/>
            <a:ext cx="1204913" cy="4349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 smtClean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Begin</a:t>
            </a:r>
            <a:endParaRPr kumimoji="0" lang="en-US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_x442147048"/>
          <p:cNvSpPr>
            <a:spLocks noChangeArrowheads="1"/>
          </p:cNvSpPr>
          <p:nvPr/>
        </p:nvSpPr>
        <p:spPr bwMode="auto">
          <a:xfrm>
            <a:off x="1442716" y="4377476"/>
            <a:ext cx="1204913" cy="4349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 err="1" smtClean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DrawSprite</a:t>
            </a:r>
            <a:endParaRPr kumimoji="0" lang="en-US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_x442147048"/>
          <p:cNvSpPr>
            <a:spLocks noChangeArrowheads="1"/>
          </p:cNvSpPr>
          <p:nvPr/>
        </p:nvSpPr>
        <p:spPr bwMode="auto">
          <a:xfrm>
            <a:off x="1442715" y="4844511"/>
            <a:ext cx="1204913" cy="4349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 err="1" smtClean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DrawTextW</a:t>
            </a:r>
            <a:endParaRPr kumimoji="0" lang="en-US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_x442147048"/>
          <p:cNvSpPr>
            <a:spLocks noChangeArrowheads="1"/>
          </p:cNvSpPr>
          <p:nvPr/>
        </p:nvSpPr>
        <p:spPr bwMode="auto">
          <a:xfrm>
            <a:off x="1442714" y="5307010"/>
            <a:ext cx="1204913" cy="4349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 err="1" smtClean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EndSceane</a:t>
            </a:r>
            <a:endParaRPr kumimoji="0" lang="en-US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_x442147048"/>
          <p:cNvSpPr>
            <a:spLocks noChangeArrowheads="1"/>
          </p:cNvSpPr>
          <p:nvPr/>
        </p:nvSpPr>
        <p:spPr bwMode="auto">
          <a:xfrm>
            <a:off x="1442713" y="5801569"/>
            <a:ext cx="1204913" cy="4349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 smtClean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Present</a:t>
            </a:r>
            <a:endParaRPr kumimoji="0" lang="en-US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_x442147048"/>
          <p:cNvSpPr>
            <a:spLocks noChangeArrowheads="1"/>
          </p:cNvSpPr>
          <p:nvPr/>
        </p:nvSpPr>
        <p:spPr bwMode="auto">
          <a:xfrm>
            <a:off x="3250481" y="219924"/>
            <a:ext cx="1534381" cy="3999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 err="1" smtClean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CheakWorldBound</a:t>
            </a:r>
            <a:endParaRPr kumimoji="0" lang="en-US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_x442147048"/>
          <p:cNvSpPr>
            <a:spLocks noChangeArrowheads="1"/>
          </p:cNvSpPr>
          <p:nvPr/>
        </p:nvSpPr>
        <p:spPr bwMode="auto">
          <a:xfrm>
            <a:off x="3250481" y="728132"/>
            <a:ext cx="1534381" cy="3999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 err="1" smtClean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CheakBlocks</a:t>
            </a:r>
            <a:endParaRPr kumimoji="0" lang="en-US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_x442147048"/>
          <p:cNvSpPr>
            <a:spLocks noChangeArrowheads="1"/>
          </p:cNvSpPr>
          <p:nvPr/>
        </p:nvSpPr>
        <p:spPr bwMode="auto">
          <a:xfrm>
            <a:off x="3250480" y="1218371"/>
            <a:ext cx="1534381" cy="3999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 err="1" smtClean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CheakSnakeBodies</a:t>
            </a:r>
            <a:endParaRPr kumimoji="0" lang="en-US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_x442147048"/>
          <p:cNvSpPr>
            <a:spLocks noChangeArrowheads="1"/>
          </p:cNvSpPr>
          <p:nvPr/>
        </p:nvSpPr>
        <p:spPr bwMode="auto">
          <a:xfrm>
            <a:off x="3250480" y="2106248"/>
            <a:ext cx="1534381" cy="3999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 err="1" smtClean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CreateSprite</a:t>
            </a:r>
            <a:endParaRPr kumimoji="0" lang="en-US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_x442147048"/>
          <p:cNvSpPr>
            <a:spLocks noChangeArrowheads="1"/>
          </p:cNvSpPr>
          <p:nvPr/>
        </p:nvSpPr>
        <p:spPr bwMode="auto">
          <a:xfrm>
            <a:off x="4941193" y="2127394"/>
            <a:ext cx="1534381" cy="3999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 smtClean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D3DXCREATSPRITE</a:t>
            </a:r>
            <a:endParaRPr kumimoji="0" lang="en-US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_x442147048"/>
          <p:cNvSpPr>
            <a:spLocks noChangeArrowheads="1"/>
          </p:cNvSpPr>
          <p:nvPr/>
        </p:nvSpPr>
        <p:spPr bwMode="auto">
          <a:xfrm>
            <a:off x="3250480" y="2761082"/>
            <a:ext cx="1534381" cy="3999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 err="1" smtClean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ReleaseSprite</a:t>
            </a:r>
            <a:endParaRPr kumimoji="0" lang="en-US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_x442147048"/>
          <p:cNvSpPr>
            <a:spLocks noChangeArrowheads="1"/>
          </p:cNvSpPr>
          <p:nvPr/>
        </p:nvSpPr>
        <p:spPr bwMode="auto">
          <a:xfrm>
            <a:off x="4901313" y="2754340"/>
            <a:ext cx="1534381" cy="3999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 smtClean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Release</a:t>
            </a:r>
            <a:endParaRPr kumimoji="0" lang="en-US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_x442147048"/>
          <p:cNvSpPr>
            <a:spLocks noChangeArrowheads="1"/>
          </p:cNvSpPr>
          <p:nvPr/>
        </p:nvSpPr>
        <p:spPr bwMode="auto">
          <a:xfrm>
            <a:off x="3250479" y="3824958"/>
            <a:ext cx="1534381" cy="3999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 err="1" smtClean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CreateTexture</a:t>
            </a:r>
            <a:endParaRPr kumimoji="0" lang="en-US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_x442147048"/>
          <p:cNvSpPr>
            <a:spLocks noChangeArrowheads="1"/>
          </p:cNvSpPr>
          <p:nvPr/>
        </p:nvSpPr>
        <p:spPr bwMode="auto">
          <a:xfrm>
            <a:off x="4901313" y="3365739"/>
            <a:ext cx="1534381" cy="3999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 err="1" smtClean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CreateTexture</a:t>
            </a:r>
            <a:endParaRPr kumimoji="0" lang="en-US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_x442147048"/>
          <p:cNvSpPr>
            <a:spLocks noChangeArrowheads="1"/>
          </p:cNvSpPr>
          <p:nvPr/>
        </p:nvSpPr>
        <p:spPr bwMode="auto">
          <a:xfrm>
            <a:off x="4901312" y="3810862"/>
            <a:ext cx="1534381" cy="3999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 err="1" smtClean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LockRext</a:t>
            </a:r>
            <a:endParaRPr kumimoji="0" lang="en-US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_x442147048"/>
          <p:cNvSpPr>
            <a:spLocks noChangeArrowheads="1"/>
          </p:cNvSpPr>
          <p:nvPr/>
        </p:nvSpPr>
        <p:spPr bwMode="auto">
          <a:xfrm>
            <a:off x="4901311" y="4263537"/>
            <a:ext cx="1534381" cy="3999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 err="1" smtClean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UnlockRect</a:t>
            </a:r>
            <a:endParaRPr kumimoji="0" lang="en-US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_x442147048"/>
          <p:cNvSpPr>
            <a:spLocks noChangeArrowheads="1"/>
          </p:cNvSpPr>
          <p:nvPr/>
        </p:nvSpPr>
        <p:spPr bwMode="auto">
          <a:xfrm>
            <a:off x="3250478" y="5003098"/>
            <a:ext cx="1534381" cy="3999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 err="1" smtClean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LoadTexture</a:t>
            </a:r>
            <a:endParaRPr kumimoji="0" lang="en-US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_x442147048"/>
          <p:cNvSpPr>
            <a:spLocks noChangeArrowheads="1"/>
          </p:cNvSpPr>
          <p:nvPr/>
        </p:nvSpPr>
        <p:spPr bwMode="auto">
          <a:xfrm>
            <a:off x="4901311" y="5003098"/>
            <a:ext cx="2280008" cy="3999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 smtClean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D3DXCreateTextureFromFileEx</a:t>
            </a:r>
            <a:endParaRPr kumimoji="0" lang="en-US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_x442147048"/>
          <p:cNvSpPr>
            <a:spLocks noChangeArrowheads="1"/>
          </p:cNvSpPr>
          <p:nvPr/>
        </p:nvSpPr>
        <p:spPr bwMode="auto">
          <a:xfrm>
            <a:off x="3250478" y="5601593"/>
            <a:ext cx="1534381" cy="3999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 err="1" smtClean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ReleaseTexture</a:t>
            </a:r>
            <a:endParaRPr kumimoji="0" lang="en-US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" name="_x442147048"/>
          <p:cNvSpPr>
            <a:spLocks noChangeArrowheads="1"/>
          </p:cNvSpPr>
          <p:nvPr/>
        </p:nvSpPr>
        <p:spPr bwMode="auto">
          <a:xfrm>
            <a:off x="4941193" y="5614497"/>
            <a:ext cx="1534381" cy="3999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 smtClean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Release</a:t>
            </a:r>
            <a:endParaRPr kumimoji="0" lang="en-US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_x442147048"/>
          <p:cNvSpPr>
            <a:spLocks noChangeArrowheads="1"/>
          </p:cNvSpPr>
          <p:nvPr/>
        </p:nvSpPr>
        <p:spPr bwMode="auto">
          <a:xfrm>
            <a:off x="7581130" y="417375"/>
            <a:ext cx="1534381" cy="3999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 err="1" smtClean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CreateFont</a:t>
            </a:r>
            <a:endParaRPr kumimoji="0" lang="en-US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_x442147048"/>
          <p:cNvSpPr>
            <a:spLocks noChangeArrowheads="1"/>
          </p:cNvSpPr>
          <p:nvPr/>
        </p:nvSpPr>
        <p:spPr bwMode="auto">
          <a:xfrm>
            <a:off x="9273655" y="203623"/>
            <a:ext cx="1534381" cy="3999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 err="1" smtClean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ZeroMemory</a:t>
            </a:r>
            <a:endParaRPr kumimoji="0" lang="en-US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_x442147048"/>
          <p:cNvSpPr>
            <a:spLocks noChangeArrowheads="1"/>
          </p:cNvSpPr>
          <p:nvPr/>
        </p:nvSpPr>
        <p:spPr bwMode="auto">
          <a:xfrm>
            <a:off x="9273654" y="694499"/>
            <a:ext cx="2082238" cy="3999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 smtClean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D3DXCreateFontIndirect</a:t>
            </a:r>
            <a:endParaRPr kumimoji="0" lang="en-US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_x442147048"/>
          <p:cNvSpPr>
            <a:spLocks noChangeArrowheads="1"/>
          </p:cNvSpPr>
          <p:nvPr/>
        </p:nvSpPr>
        <p:spPr bwMode="auto">
          <a:xfrm>
            <a:off x="7581130" y="1401986"/>
            <a:ext cx="1534381" cy="3999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 err="1" smtClean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ReleaseFont</a:t>
            </a:r>
            <a:endParaRPr kumimoji="0" lang="en-US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_x442147048"/>
          <p:cNvSpPr>
            <a:spLocks noChangeArrowheads="1"/>
          </p:cNvSpPr>
          <p:nvPr/>
        </p:nvSpPr>
        <p:spPr bwMode="auto">
          <a:xfrm>
            <a:off x="9273655" y="1392482"/>
            <a:ext cx="1534381" cy="39995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 smtClean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Release</a:t>
            </a:r>
            <a:endParaRPr kumimoji="0" lang="en-US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" name="_x442147048"/>
          <p:cNvSpPr>
            <a:spLocks noChangeArrowheads="1"/>
          </p:cNvSpPr>
          <p:nvPr/>
        </p:nvSpPr>
        <p:spPr bwMode="auto">
          <a:xfrm>
            <a:off x="5958141" y="2854098"/>
            <a:ext cx="1534381" cy="399952"/>
          </a:xfrm>
          <a:prstGeom prst="rect">
            <a:avLst/>
          </a:prstGeom>
          <a:solidFill>
            <a:srgbClr val="FFFFFF"/>
          </a:solidFill>
          <a:ln w="4191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000" dirty="0" smtClean="0">
                <a:solidFill>
                  <a:srgbClr val="0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</a:rPr>
              <a:t>Release</a:t>
            </a:r>
            <a:endParaRPr kumimoji="0" lang="en-US" altLang="ko-K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271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36</Words>
  <Application>Microsoft Office PowerPoint</Application>
  <PresentationFormat>와이드스크린</PresentationFormat>
  <Paragraphs>36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함초롬바탕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 예슬</dc:creator>
  <cp:lastModifiedBy>이 예슬</cp:lastModifiedBy>
  <cp:revision>4</cp:revision>
  <cp:lastPrinted>2019-11-03T11:46:21Z</cp:lastPrinted>
  <dcterms:created xsi:type="dcterms:W3CDTF">2019-11-03T11:04:30Z</dcterms:created>
  <dcterms:modified xsi:type="dcterms:W3CDTF">2019-11-03T11:48:11Z</dcterms:modified>
</cp:coreProperties>
</file>