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강의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376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9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726610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931025"/>
            <a:ext cx="10353762" cy="576903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66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50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71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895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31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765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884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008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382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6952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484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581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351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3418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134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7C59838-0645-4421-B515-CFA5A95C7039}" type="datetimeFigureOut">
              <a:rPr lang="ko-KR" altLang="en-US" smtClean="0"/>
              <a:t>2018-08-31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6224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457200" rtl="0" eaLnBrk="1" latinLnBrk="1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36E67-8A41-4F5B-BCC6-A6FF1A81DD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DirectX 9 </a:t>
            </a:r>
            <a:r>
              <a:rPr lang="ko-KR" altLang="en-US" dirty="0"/>
              <a:t>설치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A9A2A7-1E8D-4D68-88D4-479F45C25F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156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059DFC-E690-42C3-B5CD-FA2A268A5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FCB705-8D07-49B7-B2F5-029998497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418A3C-7368-465C-8FB1-FCF2958AC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188" y="371475"/>
            <a:ext cx="7800975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034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A3BDE-A6EB-4615-A93B-2149944E1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31591D-FDAD-437C-8BC5-3DFBBDA19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C456FA-07E8-4A4A-BCBD-B188E8BA6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347662"/>
            <a:ext cx="7810500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25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4B534-7330-420C-97F8-02D361189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FCB305-A97C-4E41-BD14-7FEC802F7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93155B-55FC-49BD-989D-1EC27361E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87" y="381000"/>
            <a:ext cx="7743825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525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4D4D0F-D4C9-480F-9493-2C348F128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494BFA-89E6-40CF-8AE4-6641FC177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E67116-C330-4840-87FF-9800E13F8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361950"/>
            <a:ext cx="7810500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90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EB0134-A0FB-42E9-B508-DC9EDF8A8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0ADC8C-B5F4-4148-B29B-3DF314199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A2CCB5-72EF-491B-801A-D5F16FF03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12" y="357187"/>
            <a:ext cx="7724775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83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E29A0-57E0-4E75-A00A-532BA5480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67CE83-B051-4E6C-A5FA-9C4CA980C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63835E-8F61-4AC7-93D6-5D03D226F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12" y="371475"/>
            <a:ext cx="7724775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65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D4938-328F-4B95-906F-F246C1C5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03CF6C-5947-40A6-958A-7E13F6FFA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12E1F6-08A4-4516-B2B3-CF8209DF6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77" y="311711"/>
            <a:ext cx="10115998" cy="5821765"/>
          </a:xfrm>
          <a:prstGeom prst="rect">
            <a:avLst/>
          </a:prstGeom>
        </p:spPr>
      </p:pic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8CD09A69-FED9-4908-AA83-F29E27D0501F}"/>
              </a:ext>
            </a:extLst>
          </p:cNvPr>
          <p:cNvSpPr/>
          <p:nvPr/>
        </p:nvSpPr>
        <p:spPr>
          <a:xfrm>
            <a:off x="9197267" y="2310414"/>
            <a:ext cx="2689934" cy="1118586"/>
          </a:xfrm>
          <a:prstGeom prst="wedgeEllipseCallout">
            <a:avLst>
              <a:gd name="adj1" fmla="val -33704"/>
              <a:gd name="adj2" fmla="val 688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삭제할 기능들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CFF204-B08D-4091-ABA4-2482DBED3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851" y="6262456"/>
            <a:ext cx="85725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909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8D529E-8D4B-4513-AAB3-8CC87E2BE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F8B79-5864-4E77-82A2-B20F28848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3A89A7-30E3-4480-91CD-EE163FEDE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37" y="333375"/>
            <a:ext cx="7781925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232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강의용테마">
  <a:themeElements>
    <a:clrScheme name="슬레이트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슬레이트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슬레이트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강의용테마" id="{7357AFA4-5100-44C7-AD15-2BBFFBF91DD9}" vid="{99378445-4F75-440C-92FB-02A8E3537E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강의용테마</Template>
  <TotalTime>8</TotalTime>
  <Words>5</Words>
  <Application>Microsoft Office PowerPoint</Application>
  <PresentationFormat>와이드스크린</PresentationFormat>
  <Paragraphs>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돋움</vt:lpstr>
      <vt:lpstr>Calisto MT</vt:lpstr>
      <vt:lpstr>Trebuchet MS</vt:lpstr>
      <vt:lpstr>Wingdings 2</vt:lpstr>
      <vt:lpstr>강의용테마</vt:lpstr>
      <vt:lpstr>DirectX 9 설치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DirectX 9 설치</dc:title>
  <dc:creator>김안석</dc:creator>
  <cp:lastModifiedBy>김안석</cp:lastModifiedBy>
  <cp:revision>1</cp:revision>
  <dcterms:created xsi:type="dcterms:W3CDTF">2018-08-31T13:32:20Z</dcterms:created>
  <dcterms:modified xsi:type="dcterms:W3CDTF">2018-08-31T13:40:44Z</dcterms:modified>
</cp:coreProperties>
</file>