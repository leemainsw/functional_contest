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2" r:id="rId4"/>
    <p:sldId id="263" r:id="rId5"/>
    <p:sldId id="259" r:id="rId6"/>
    <p:sldId id="258" r:id="rId7"/>
    <p:sldId id="260" r:id="rId8"/>
    <p:sldId id="261" r:id="rId9"/>
    <p:sldId id="264" r:id="rId10"/>
    <p:sldId id="265" r:id="rId11"/>
    <p:sldId id="266" r:id="rId12"/>
    <p:sldId id="267" r:id="rId13"/>
    <p:sldId id="268" r:id="rId14"/>
    <p:sldId id="269" r:id="rId15"/>
    <p:sldId id="273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9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12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강의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59838-0645-4421-B515-CFA5A95C7039}" type="datetimeFigureOut">
              <a:rPr lang="ko-KR" altLang="en-US" smtClean="0"/>
              <a:t>2018-01-20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CD444-D654-4881-ADBB-3E7D43E148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5376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59838-0645-4421-B515-CFA5A95C7039}" type="datetimeFigureOut">
              <a:rPr lang="ko-KR" altLang="en-US" smtClean="0"/>
              <a:t>2018-01-20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CD444-D654-4881-ADBB-3E7D43E148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0954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96350"/>
            <a:ext cx="10353762" cy="726610"/>
          </a:xfrm>
        </p:spPr>
        <p:txBody>
          <a:bodyPr/>
          <a:lstStyle>
            <a:lvl1pPr algn="l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3795" y="931025"/>
            <a:ext cx="10353762" cy="5769033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96699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59838-0645-4421-B515-CFA5A95C7039}" type="datetimeFigureOut">
              <a:rPr lang="ko-KR" altLang="en-US" smtClean="0"/>
              <a:t>2018-01-20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CD444-D654-4881-ADBB-3E7D43E148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25089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59838-0645-4421-B515-CFA5A95C7039}" type="datetimeFigureOut">
              <a:rPr lang="ko-KR" altLang="en-US" smtClean="0"/>
              <a:t>2018-01-20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CD444-D654-4881-ADBB-3E7D43E148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97152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59838-0645-4421-B515-CFA5A95C7039}" type="datetimeFigureOut">
              <a:rPr lang="ko-KR" altLang="en-US" smtClean="0"/>
              <a:t>2018-01-20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CD444-D654-4881-ADBB-3E7D43E148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88959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59838-0645-4421-B515-CFA5A95C7039}" type="datetimeFigureOut">
              <a:rPr lang="ko-KR" altLang="en-US" smtClean="0"/>
              <a:t>2018-01-20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CD444-D654-4881-ADBB-3E7D43E148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33186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59838-0645-4421-B515-CFA5A95C7039}" type="datetimeFigureOut">
              <a:rPr lang="ko-KR" altLang="en-US" smtClean="0"/>
              <a:t>2018-01-20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CD444-D654-4881-ADBB-3E7D43E148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3959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59838-0645-4421-B515-CFA5A95C7039}" type="datetimeFigureOut">
              <a:rPr lang="ko-KR" altLang="en-US" smtClean="0"/>
              <a:t>2018-01-20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CD444-D654-4881-ADBB-3E7D43E148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77650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59838-0645-4421-B515-CFA5A95C7039}" type="datetimeFigureOut">
              <a:rPr lang="ko-KR" altLang="en-US" smtClean="0"/>
              <a:t>2018-01-20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CD444-D654-4881-ADBB-3E7D43E148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7884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파노라마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59838-0645-4421-B515-CFA5A95C7039}" type="datetimeFigureOut">
              <a:rPr lang="ko-KR" altLang="en-US" smtClean="0"/>
              <a:t>2018-01-20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CD444-D654-4881-ADBB-3E7D43E148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10088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캡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59838-0645-4421-B515-CFA5A95C7039}" type="datetimeFigureOut">
              <a:rPr lang="ko-KR" altLang="en-US" smtClean="0"/>
              <a:t>2018-01-20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CD444-D654-4881-ADBB-3E7D43E148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23823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인용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59838-0645-4421-B515-CFA5A95C7039}" type="datetimeFigureOut">
              <a:rPr lang="ko-KR" altLang="en-US" smtClean="0"/>
              <a:t>2018-01-20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CD444-D654-4881-ADBB-3E7D43E1487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869527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59838-0645-4421-B515-CFA5A95C7039}" type="datetimeFigureOut">
              <a:rPr lang="ko-KR" altLang="en-US" smtClean="0"/>
              <a:t>2018-01-20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CD444-D654-4881-ADBB-3E7D43E148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248497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59838-0645-4421-B515-CFA5A95C7039}" type="datetimeFigureOut">
              <a:rPr lang="ko-KR" altLang="en-US" smtClean="0"/>
              <a:t>2018-01-20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CD444-D654-4881-ADBB-3E7D43E148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45817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그림 열 3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59838-0645-4421-B515-CFA5A95C7039}" type="datetimeFigureOut">
              <a:rPr lang="ko-KR" altLang="en-US" smtClean="0"/>
              <a:t>2018-01-20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CD444-D654-4881-ADBB-3E7D43E148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43513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59838-0645-4421-B515-CFA5A95C7039}" type="datetimeFigureOut">
              <a:rPr lang="ko-KR" altLang="en-US" smtClean="0"/>
              <a:t>2018-01-20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CD444-D654-4881-ADBB-3E7D43E148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234183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59838-0645-4421-B515-CFA5A95C7039}" type="datetimeFigureOut">
              <a:rPr lang="ko-KR" altLang="en-US" smtClean="0"/>
              <a:t>2018-01-20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CD444-D654-4881-ADBB-3E7D43E148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71342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47C59838-0645-4421-B515-CFA5A95C7039}" type="datetimeFigureOut">
              <a:rPr lang="ko-KR" altLang="en-US" smtClean="0"/>
              <a:t>2018-01-20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D21CD444-D654-4881-ADBB-3E7D43E148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862242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txStyles>
    <p:titleStyle>
      <a:lvl1pPr algn="ctr" defTabSz="457200" rtl="0" eaLnBrk="1" latinLnBrk="1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latinLnBrk="1" hangingPunct="1">
        <a:defRPr>
          <a:solidFill>
            <a:schemeClr val="tx2"/>
          </a:solidFill>
        </a:defRPr>
      </a:lvl2pPr>
      <a:lvl3pPr eaLnBrk="1" latinLnBrk="1" hangingPunct="1">
        <a:defRPr>
          <a:solidFill>
            <a:schemeClr val="tx2"/>
          </a:solidFill>
        </a:defRPr>
      </a:lvl3pPr>
      <a:lvl4pPr eaLnBrk="1" latinLnBrk="1" hangingPunct="1">
        <a:defRPr>
          <a:solidFill>
            <a:schemeClr val="tx2"/>
          </a:solidFill>
        </a:defRPr>
      </a:lvl4pPr>
      <a:lvl5pPr eaLnBrk="1" latinLnBrk="1" hangingPunct="1">
        <a:defRPr>
          <a:solidFill>
            <a:schemeClr val="tx2"/>
          </a:solidFill>
        </a:defRPr>
      </a:lvl5pPr>
      <a:lvl6pPr eaLnBrk="1" latinLnBrk="1" hangingPunct="1">
        <a:defRPr>
          <a:solidFill>
            <a:schemeClr val="tx2"/>
          </a:solidFill>
        </a:defRPr>
      </a:lvl6pPr>
      <a:lvl7pPr eaLnBrk="1" latinLnBrk="1" hangingPunct="1">
        <a:defRPr>
          <a:solidFill>
            <a:schemeClr val="tx2"/>
          </a:solidFill>
        </a:defRPr>
      </a:lvl7pPr>
      <a:lvl8pPr eaLnBrk="1" latinLnBrk="1" hangingPunct="1">
        <a:defRPr>
          <a:solidFill>
            <a:schemeClr val="tx2"/>
          </a:solidFill>
        </a:defRPr>
      </a:lvl8pPr>
      <a:lvl9pPr eaLnBrk="1" latin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1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1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1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1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1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1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1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1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1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://telnet.or.kr/directx/graphics/reference/d3dx/functions/texture/d3dxcreatetexturefromfileex.htm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EB1129-20CE-4BD6-AA2E-91152C5566F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Lesson</a:t>
            </a:r>
            <a:r>
              <a:rPr lang="ko-KR" altLang="en-US" dirty="0"/>
              <a:t> </a:t>
            </a:r>
            <a:r>
              <a:rPr lang="en-US" altLang="ko-KR" dirty="0"/>
              <a:t>#5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816E79E-2D8C-45D5-BAFD-7EF05C8835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DirectX programming – </a:t>
            </a:r>
            <a:r>
              <a:rPr lang="ko-KR" altLang="en-US" dirty="0"/>
              <a:t>이미지 제어 </a:t>
            </a:r>
            <a:r>
              <a:rPr lang="en-US" altLang="ko-KR" dirty="0"/>
              <a:t>#2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366478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164199-4E23-42F2-9B9E-985C19760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차례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90CC4E3-1F25-4B1B-9D51-FAC6D10B70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732449"/>
            <a:ext cx="10353762" cy="4676740"/>
          </a:xfrm>
        </p:spPr>
        <p:txBody>
          <a:bodyPr>
            <a:normAutofit fontScale="85000" lnSpcReduction="10000"/>
          </a:bodyPr>
          <a:lstStyle/>
          <a:p>
            <a:r>
              <a:rPr lang="en-US" altLang="ko-KR" dirty="0"/>
              <a:t>Sprite </a:t>
            </a:r>
            <a:r>
              <a:rPr lang="ko-KR" altLang="en-US" dirty="0"/>
              <a:t>오브젝트 획득하기</a:t>
            </a:r>
            <a:endParaRPr lang="en-US" altLang="ko-KR" dirty="0"/>
          </a:p>
          <a:p>
            <a:pPr lvl="1"/>
            <a:r>
              <a:rPr lang="en-US" altLang="ko-KR" dirty="0"/>
              <a:t>ID3DXSprite</a:t>
            </a:r>
          </a:p>
          <a:p>
            <a:pPr lvl="1"/>
            <a:r>
              <a:rPr lang="en-US" altLang="ko-KR" dirty="0"/>
              <a:t>D3DXCreateSprite</a:t>
            </a:r>
          </a:p>
          <a:p>
            <a:pPr lvl="1"/>
            <a:r>
              <a:rPr lang="en-US" altLang="ko-KR" dirty="0"/>
              <a:t>Release</a:t>
            </a:r>
          </a:p>
          <a:p>
            <a:r>
              <a:rPr lang="en-US" altLang="ko-KR" dirty="0"/>
              <a:t>Texture </a:t>
            </a:r>
            <a:r>
              <a:rPr lang="ko-KR" altLang="en-US" dirty="0" err="1"/>
              <a:t>읽어오기</a:t>
            </a:r>
            <a:endParaRPr lang="en-US" altLang="ko-KR" dirty="0"/>
          </a:p>
          <a:p>
            <a:pPr lvl="1"/>
            <a:r>
              <a:rPr lang="en-US" altLang="ko-KR" dirty="0"/>
              <a:t>IDirect3DTexture9</a:t>
            </a:r>
          </a:p>
          <a:p>
            <a:pPr lvl="1"/>
            <a:r>
              <a:rPr lang="en-US" altLang="ko-KR" dirty="0"/>
              <a:t>D3DXCreateTextureFromFileEx</a:t>
            </a:r>
          </a:p>
          <a:p>
            <a:pPr lvl="1"/>
            <a:r>
              <a:rPr lang="en-US" altLang="ko-KR" dirty="0"/>
              <a:t>Release</a:t>
            </a:r>
          </a:p>
          <a:p>
            <a:r>
              <a:rPr lang="en-US" altLang="ko-KR" dirty="0"/>
              <a:t>Sprite </a:t>
            </a:r>
            <a:r>
              <a:rPr lang="ko-KR" altLang="en-US" dirty="0"/>
              <a:t>출력하기</a:t>
            </a:r>
            <a:endParaRPr lang="en-US" altLang="ko-KR" dirty="0"/>
          </a:p>
          <a:p>
            <a:pPr lvl="1"/>
            <a:r>
              <a:rPr lang="en-US" altLang="ko-KR" dirty="0" err="1"/>
              <a:t>BeginScene</a:t>
            </a:r>
            <a:endParaRPr lang="en-US" altLang="ko-KR" dirty="0"/>
          </a:p>
          <a:p>
            <a:pPr lvl="1"/>
            <a:r>
              <a:rPr lang="en-US" altLang="ko-KR" dirty="0"/>
              <a:t>Begin</a:t>
            </a:r>
          </a:p>
          <a:p>
            <a:pPr lvl="1"/>
            <a:r>
              <a:rPr lang="en-US" altLang="ko-KR" dirty="0"/>
              <a:t>Draw</a:t>
            </a:r>
          </a:p>
          <a:p>
            <a:pPr lvl="1"/>
            <a:r>
              <a:rPr lang="en-US" altLang="ko-KR" dirty="0"/>
              <a:t>End</a:t>
            </a:r>
          </a:p>
          <a:p>
            <a:pPr lvl="1"/>
            <a:r>
              <a:rPr lang="en-US" altLang="ko-KR" dirty="0" err="1"/>
              <a:t>EndScene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908707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5B0EF9-D335-4FEF-9533-F1B0BA812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Sprite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7479515-110F-45A7-8096-F9D8D26F91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Picture 2" descr="https://graphics.stanford.edu/~mdfisher/Images/GeneralGameLearning/SMBTiles0.gif">
            <a:extLst>
              <a:ext uri="{FF2B5EF4-FFF2-40B4-BE49-F238E27FC236}">
                <a16:creationId xmlns:a16="http://schemas.microsoft.com/office/drawing/2014/main" id="{8F540986-4599-4866-893A-D90A57BE68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9716" y="1732449"/>
            <a:ext cx="4263793" cy="4263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https://graphics.stanford.edu/~mdfisher/Images/GeneralGameLearning/SMBTiles1.gif">
            <a:extLst>
              <a:ext uri="{FF2B5EF4-FFF2-40B4-BE49-F238E27FC236}">
                <a16:creationId xmlns:a16="http://schemas.microsoft.com/office/drawing/2014/main" id="{6BDEFA90-18E2-49E4-851A-640FC4F0D1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3794" y="1732449"/>
            <a:ext cx="4263792" cy="42637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59014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665728-D61D-49E1-9D42-DB72E448B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00F6402-1D9A-4499-95D2-A77FCF28FA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3074" name="Picture 2" descr="https://graphics.stanford.edu/~mdfisher/Images/GeneralGameLearning/GoombaRules.png">
            <a:extLst>
              <a:ext uri="{FF2B5EF4-FFF2-40B4-BE49-F238E27FC236}">
                <a16:creationId xmlns:a16="http://schemas.microsoft.com/office/drawing/2014/main" id="{F8BD0617-D9F7-4E48-B008-3225427AAD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87" y="0"/>
            <a:ext cx="1168082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32976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915DFC-4E6A-4C1A-8D9B-1E1C87D57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ID3DXSprite </a:t>
            </a:r>
            <a:r>
              <a:rPr lang="ko-KR" altLang="en-US" dirty="0"/>
              <a:t>인터페이스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53BA1D1-3FF4-4F31-B144-485C4AEBF5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스프라이트</a:t>
            </a:r>
            <a:r>
              <a:rPr lang="ko-KR" altLang="en-US" dirty="0"/>
              <a:t> 인터페이스</a:t>
            </a:r>
            <a:endParaRPr lang="en-US" altLang="ko-KR" dirty="0"/>
          </a:p>
          <a:p>
            <a:pPr lvl="1"/>
            <a:r>
              <a:rPr lang="en-US" altLang="ko-KR" dirty="0"/>
              <a:t>DirectX 3D </a:t>
            </a:r>
            <a:r>
              <a:rPr lang="ko-KR" altLang="en-US" dirty="0"/>
              <a:t>환경상에 </a:t>
            </a:r>
            <a:r>
              <a:rPr lang="en-US" altLang="ko-KR" dirty="0"/>
              <a:t>2D </a:t>
            </a:r>
            <a:r>
              <a:rPr lang="ko-KR" altLang="en-US" dirty="0" err="1"/>
              <a:t>스프라이트를</a:t>
            </a:r>
            <a:r>
              <a:rPr lang="ko-KR" altLang="en-US" dirty="0"/>
              <a:t> 출력하는 기능을 제공</a:t>
            </a:r>
            <a:endParaRPr lang="en-US" altLang="ko-KR" dirty="0"/>
          </a:p>
          <a:p>
            <a:pPr lvl="1"/>
            <a:r>
              <a:rPr lang="ko-KR" altLang="en-US" dirty="0" err="1"/>
              <a:t>스프라이트</a:t>
            </a:r>
            <a:r>
              <a:rPr lang="ko-KR" altLang="en-US" dirty="0"/>
              <a:t> 인터페이스는 </a:t>
            </a:r>
            <a:r>
              <a:rPr lang="en-US" altLang="ko-KR" dirty="0"/>
              <a:t>D3DXCreateSprite </a:t>
            </a:r>
            <a:r>
              <a:rPr lang="ko-KR" altLang="en-US" dirty="0"/>
              <a:t>함수를 통해서만 획득 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CBF6C01-14CA-4D8B-A572-6C65024C88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7951" y="3003608"/>
            <a:ext cx="10045450" cy="3678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07356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0A7E4A-0070-4BC4-93F9-8BF5CF0CA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Sprite </a:t>
            </a:r>
            <a:r>
              <a:rPr lang="ko-KR" altLang="en-US" dirty="0"/>
              <a:t>오브젝트 획득 및 해제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D6D2336-5173-47A2-9B2F-5ACF95D219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732449"/>
            <a:ext cx="10353762" cy="4894854"/>
          </a:xfrm>
        </p:spPr>
        <p:txBody>
          <a:bodyPr/>
          <a:lstStyle/>
          <a:p>
            <a:r>
              <a:rPr lang="en-US" altLang="ko-KR" dirty="0"/>
              <a:t>DX Device </a:t>
            </a:r>
            <a:r>
              <a:rPr lang="ko-KR" altLang="en-US" dirty="0"/>
              <a:t>를 통해 </a:t>
            </a:r>
            <a:r>
              <a:rPr lang="ko-KR" altLang="en-US" dirty="0" err="1"/>
              <a:t>스프라이트</a:t>
            </a:r>
            <a:r>
              <a:rPr lang="ko-KR" altLang="en-US" dirty="0"/>
              <a:t> 오브젝트를 생성</a:t>
            </a:r>
            <a:endParaRPr lang="en-US" altLang="ko-KR" dirty="0"/>
          </a:p>
          <a:p>
            <a:r>
              <a:rPr lang="ko-KR" altLang="en-US" dirty="0" err="1"/>
              <a:t>스프라이트는</a:t>
            </a:r>
            <a:r>
              <a:rPr lang="ko-KR" altLang="en-US" dirty="0"/>
              <a:t> </a:t>
            </a:r>
            <a:r>
              <a:rPr lang="en-US" altLang="ko-KR" dirty="0"/>
              <a:t>2D </a:t>
            </a:r>
            <a:r>
              <a:rPr lang="ko-KR" altLang="en-US" dirty="0"/>
              <a:t>이미지를 화면에 출력할 때 사용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해제는 </a:t>
            </a:r>
            <a:r>
              <a:rPr lang="en-US" altLang="ko-KR" dirty="0"/>
              <a:t>Release </a:t>
            </a:r>
            <a:r>
              <a:rPr lang="ko-KR" altLang="en-US" dirty="0"/>
              <a:t>를 통해서만 가능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0CC4370-67B7-44AA-B519-8294F8C9E9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608" y="2573585"/>
            <a:ext cx="8776815" cy="3567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40742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11115E-7634-45DF-A838-C4C4420A7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코드 예제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0BFF877-8CA6-4773-B27A-B304BC6CD1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6E00EA3-9BE1-4E89-8D4A-D935549830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6966" y="1453514"/>
            <a:ext cx="8847419" cy="5081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0861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F23B91-80F0-4A2F-9A03-FC8164E8C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IDirect3DTexture9 </a:t>
            </a:r>
            <a:r>
              <a:rPr lang="ko-KR" altLang="en-US" dirty="0"/>
              <a:t>인터페이스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1BCA8D1-F97C-44E4-94BA-4B87001104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732449"/>
            <a:ext cx="10353762" cy="4058751"/>
          </a:xfrm>
        </p:spPr>
        <p:txBody>
          <a:bodyPr/>
          <a:lstStyle/>
          <a:p>
            <a:r>
              <a:rPr lang="ko-KR" altLang="en-US" dirty="0" err="1"/>
              <a:t>텍스쳐</a:t>
            </a:r>
            <a:r>
              <a:rPr lang="en-US" altLang="ko-KR" dirty="0"/>
              <a:t>(</a:t>
            </a:r>
            <a:r>
              <a:rPr lang="ko-KR" altLang="en-US" dirty="0"/>
              <a:t>이미지</a:t>
            </a:r>
            <a:r>
              <a:rPr lang="en-US" altLang="ko-KR" dirty="0"/>
              <a:t>) </a:t>
            </a:r>
            <a:r>
              <a:rPr lang="ko-KR" altLang="en-US" dirty="0"/>
              <a:t>리소스 조작을 위한 인터페이스</a:t>
            </a:r>
            <a:endParaRPr lang="en-US" altLang="ko-KR" dirty="0"/>
          </a:p>
        </p:txBody>
      </p:sp>
      <p:pic>
        <p:nvPicPr>
          <p:cNvPr id="1028" name="Picture 4" descr="관련 이미지">
            <a:extLst>
              <a:ext uri="{FF2B5EF4-FFF2-40B4-BE49-F238E27FC236}">
                <a16:creationId xmlns:a16="http://schemas.microsoft.com/office/drawing/2014/main" id="{E5289455-5F76-47D9-BC7B-46CD0E8A71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7004" y="2188139"/>
            <a:ext cx="6727344" cy="4528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41839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B0D908-9CBE-4A38-9DE6-6AC849681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Texture </a:t>
            </a:r>
            <a:r>
              <a:rPr lang="ko-KR" altLang="en-US" dirty="0"/>
              <a:t>생성과 해제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45CC795-27E9-4774-A678-A74604793F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직접 생성</a:t>
            </a:r>
            <a:endParaRPr lang="en-US" altLang="ko-KR" dirty="0"/>
          </a:p>
          <a:p>
            <a:pPr lvl="1"/>
            <a:r>
              <a:rPr lang="en-US" altLang="ko-KR" dirty="0"/>
              <a:t>D3D Device </a:t>
            </a:r>
            <a:r>
              <a:rPr lang="ko-KR" altLang="en-US" dirty="0"/>
              <a:t>의 </a:t>
            </a:r>
            <a:r>
              <a:rPr lang="en-US" altLang="ko-KR" dirty="0" err="1"/>
              <a:t>CreateTexture</a:t>
            </a:r>
            <a:r>
              <a:rPr lang="en-US" altLang="ko-KR" dirty="0"/>
              <a:t> </a:t>
            </a:r>
            <a:r>
              <a:rPr lang="ko-KR" altLang="en-US" dirty="0"/>
              <a:t>함수 호출</a:t>
            </a:r>
            <a:endParaRPr lang="en-US" altLang="ko-KR" dirty="0"/>
          </a:p>
          <a:p>
            <a:r>
              <a:rPr lang="ko-KR" altLang="en-US" dirty="0"/>
              <a:t>파일을 통한 생성</a:t>
            </a:r>
            <a:endParaRPr lang="en-US" altLang="ko-KR" dirty="0"/>
          </a:p>
          <a:p>
            <a:pPr lvl="1"/>
            <a:r>
              <a:rPr lang="en-US" altLang="ko-KR" dirty="0">
                <a:hlinkClick r:id="rId2"/>
              </a:rPr>
              <a:t>D3DXCreateTextureFromFileEx</a:t>
            </a:r>
            <a:endParaRPr lang="en-US" altLang="ko-KR" dirty="0"/>
          </a:p>
          <a:p>
            <a:r>
              <a:rPr lang="ko-KR" altLang="en-US" dirty="0"/>
              <a:t>해제</a:t>
            </a:r>
            <a:endParaRPr lang="en-US" altLang="ko-KR" dirty="0"/>
          </a:p>
          <a:p>
            <a:pPr lvl="1"/>
            <a:r>
              <a:rPr lang="en-US" altLang="ko-KR" dirty="0"/>
              <a:t>Release</a:t>
            </a:r>
          </a:p>
          <a:p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F147045-338A-4039-B6B0-7B886EB600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3597" y="2660620"/>
            <a:ext cx="6766967" cy="3705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379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3F3572-F5B3-40A9-B7AC-2623CEA78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코드예제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B27CAEF-4CFD-47F4-B11B-92EDC40191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8B21833-085E-410D-9427-470F91AA25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0919" y="1557555"/>
            <a:ext cx="9759513" cy="5093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57482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D4B829-E441-4B0B-9343-E64BE7B86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Sprite </a:t>
            </a:r>
            <a:r>
              <a:rPr lang="ko-KR" altLang="en-US" dirty="0"/>
              <a:t>출력하기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B07B4DF-BE35-44D5-A75A-79F46DF6BD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D3D Device </a:t>
            </a:r>
            <a:r>
              <a:rPr lang="ko-KR" altLang="en-US" dirty="0"/>
              <a:t>의 </a:t>
            </a:r>
            <a:r>
              <a:rPr lang="en-US" altLang="ko-KR" dirty="0" err="1"/>
              <a:t>BeginScene</a:t>
            </a:r>
            <a:r>
              <a:rPr lang="en-US" altLang="ko-KR" dirty="0"/>
              <a:t> , </a:t>
            </a:r>
            <a:r>
              <a:rPr lang="en-US" altLang="ko-KR" dirty="0" err="1"/>
              <a:t>EndScene</a:t>
            </a:r>
            <a:endParaRPr lang="en-US" altLang="ko-KR" dirty="0"/>
          </a:p>
          <a:p>
            <a:pPr lvl="1"/>
            <a:r>
              <a:rPr lang="en-US" altLang="ko-KR" dirty="0" err="1"/>
              <a:t>BeginScene</a:t>
            </a:r>
            <a:r>
              <a:rPr lang="en-US" altLang="ko-KR" dirty="0"/>
              <a:t> - </a:t>
            </a:r>
            <a:r>
              <a:rPr lang="ko-KR" altLang="en-US" dirty="0"/>
              <a:t>렌더링을 실행하기 전에 반드시 호출되는 함수</a:t>
            </a:r>
            <a:endParaRPr lang="en-US" altLang="ko-KR" dirty="0"/>
          </a:p>
          <a:p>
            <a:pPr lvl="1"/>
            <a:r>
              <a:rPr lang="en-US" altLang="ko-KR" dirty="0" err="1"/>
              <a:t>EndScene</a:t>
            </a:r>
            <a:r>
              <a:rPr lang="en-US" altLang="ko-KR" dirty="0"/>
              <a:t> – </a:t>
            </a:r>
            <a:r>
              <a:rPr lang="ko-KR" altLang="en-US" dirty="0"/>
              <a:t>렌더링 종료 및 다시 </a:t>
            </a:r>
            <a:r>
              <a:rPr lang="en-US" altLang="ko-KR" dirty="0" err="1"/>
              <a:t>BeginScene</a:t>
            </a:r>
            <a:r>
              <a:rPr lang="en-US" altLang="ko-KR" dirty="0"/>
              <a:t> </a:t>
            </a:r>
            <a:r>
              <a:rPr lang="ko-KR" altLang="en-US" dirty="0"/>
              <a:t>호출 전 반드시 호출되는 함수</a:t>
            </a:r>
          </a:p>
        </p:txBody>
      </p:sp>
      <p:pic>
        <p:nvPicPr>
          <p:cNvPr id="4098" name="Picture 2" descr="관련 이미지">
            <a:extLst>
              <a:ext uri="{FF2B5EF4-FFF2-40B4-BE49-F238E27FC236}">
                <a16:creationId xmlns:a16="http://schemas.microsoft.com/office/drawing/2014/main" id="{E39895B8-7EED-4A30-8C1E-B9B60D6DC8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6084" y="3024321"/>
            <a:ext cx="4923129" cy="36910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11199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5AC2AA-3446-4B88-A928-C211F20D5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Sprite </a:t>
            </a:r>
            <a:r>
              <a:rPr lang="ko-KR" altLang="en-US" dirty="0"/>
              <a:t>출력하기 </a:t>
            </a:r>
            <a:r>
              <a:rPr lang="en-US" altLang="ko-KR" dirty="0"/>
              <a:t>#2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4029303-7123-4CD2-AD4C-C52C0FC233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스프라이트</a:t>
            </a:r>
            <a:r>
              <a:rPr lang="ko-KR" altLang="en-US" dirty="0"/>
              <a:t> 오브젝트</a:t>
            </a:r>
            <a:endParaRPr lang="en-US" altLang="ko-KR" dirty="0"/>
          </a:p>
          <a:p>
            <a:pPr lvl="1"/>
            <a:r>
              <a:rPr lang="en-US" altLang="ko-KR" dirty="0"/>
              <a:t>Begin</a:t>
            </a:r>
          </a:p>
          <a:p>
            <a:pPr lvl="2"/>
            <a:r>
              <a:rPr lang="en-US" altLang="ko-KR" dirty="0"/>
              <a:t>D3D Device </a:t>
            </a:r>
            <a:r>
              <a:rPr lang="ko-KR" altLang="en-US" dirty="0"/>
              <a:t>의 </a:t>
            </a:r>
            <a:r>
              <a:rPr lang="en-US" altLang="ko-KR" dirty="0"/>
              <a:t>Begin, End </a:t>
            </a:r>
            <a:r>
              <a:rPr lang="ko-KR" altLang="en-US" dirty="0"/>
              <a:t>사이에서만 호출 가능</a:t>
            </a:r>
            <a:endParaRPr lang="en-US" altLang="ko-KR" dirty="0"/>
          </a:p>
          <a:p>
            <a:pPr lvl="2"/>
            <a:r>
              <a:rPr lang="en-US" altLang="ko-KR" dirty="0"/>
              <a:t>Draw</a:t>
            </a:r>
            <a:r>
              <a:rPr lang="ko-KR" altLang="en-US" dirty="0"/>
              <a:t> 호출 시 </a:t>
            </a:r>
            <a:r>
              <a:rPr lang="en-US" altLang="ko-KR" dirty="0"/>
              <a:t>Begin, End </a:t>
            </a:r>
            <a:r>
              <a:rPr lang="ko-KR" altLang="en-US" dirty="0"/>
              <a:t>는 생략 가능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en-US" altLang="ko-KR" dirty="0"/>
              <a:t>Draw </a:t>
            </a:r>
            <a:r>
              <a:rPr lang="ko-KR" altLang="en-US" dirty="0"/>
              <a:t>안에서 내부적으로 호출</a:t>
            </a:r>
            <a:r>
              <a:rPr lang="en-US" altLang="ko-KR" dirty="0"/>
              <a:t>.</a:t>
            </a:r>
          </a:p>
          <a:p>
            <a:pPr lvl="3"/>
            <a:r>
              <a:rPr lang="ko-KR" altLang="en-US" b="1" dirty="0">
                <a:solidFill>
                  <a:srgbClr val="FFC000"/>
                </a:solidFill>
              </a:rPr>
              <a:t>다수의 </a:t>
            </a:r>
            <a:r>
              <a:rPr lang="en-US" altLang="ko-KR" b="1" dirty="0">
                <a:solidFill>
                  <a:srgbClr val="FFC000"/>
                </a:solidFill>
              </a:rPr>
              <a:t>Draw </a:t>
            </a:r>
            <a:r>
              <a:rPr lang="ko-KR" altLang="en-US" b="1" dirty="0">
                <a:solidFill>
                  <a:srgbClr val="FFC000"/>
                </a:solidFill>
              </a:rPr>
              <a:t>호출 시에는 반드시 따로 기입</a:t>
            </a:r>
            <a:r>
              <a:rPr lang="ko-KR" altLang="en-US" dirty="0"/>
              <a:t> 해 주어야 함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Draw</a:t>
            </a:r>
          </a:p>
          <a:p>
            <a:pPr lvl="2"/>
            <a:r>
              <a:rPr lang="ko-KR" altLang="en-US" dirty="0"/>
              <a:t>화면에 단순한 </a:t>
            </a:r>
            <a:r>
              <a:rPr lang="ko-KR" altLang="en-US" dirty="0" err="1"/>
              <a:t>스프라이트를</a:t>
            </a:r>
            <a:r>
              <a:rPr lang="ko-KR" altLang="en-US" dirty="0"/>
              <a:t> 출력할 때 호출</a:t>
            </a:r>
            <a:endParaRPr lang="en-US" altLang="ko-KR" dirty="0"/>
          </a:p>
          <a:p>
            <a:pPr lvl="1"/>
            <a:r>
              <a:rPr lang="en-US" altLang="ko-KR" dirty="0"/>
              <a:t>End</a:t>
            </a:r>
          </a:p>
          <a:p>
            <a:pPr lvl="2"/>
            <a:r>
              <a:rPr lang="ko-KR" altLang="en-US" dirty="0" err="1"/>
              <a:t>스프라이트</a:t>
            </a:r>
            <a:r>
              <a:rPr lang="ko-KR" altLang="en-US" dirty="0"/>
              <a:t> 사용 종료</a:t>
            </a:r>
            <a:endParaRPr lang="en-US" altLang="ko-KR" dirty="0"/>
          </a:p>
          <a:p>
            <a:pPr lvl="2"/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D831004-3D67-403F-A2C8-E850F8BA13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7283" y="3699501"/>
            <a:ext cx="5529308" cy="2969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2126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FAB72B-39E2-44A4-AC9D-5BA9F5376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코드예제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DFCCCBB-3C18-43F4-AE50-1C6453CDDE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106CCDB-D6D7-4C31-8431-F33A8A067C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680" y="1679318"/>
            <a:ext cx="10861992" cy="4165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1443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96E2FB-9C1E-4FB8-86FC-1160D7CBD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결과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6E4C8FE-17F2-47D4-82FC-5F4D9A892C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50CE9F3-63DA-4294-A767-DB6BDF0C2F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9841" y="1732449"/>
            <a:ext cx="6172200" cy="469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2502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76345B-D9BC-48B4-820C-67E7DC575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추가 클래스들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DC8CB74-1C6C-443F-A4A2-7D8A67A826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Sprite</a:t>
            </a:r>
            <a:r>
              <a:rPr lang="ko-KR" altLang="en-US" dirty="0"/>
              <a:t> 클래스</a:t>
            </a:r>
            <a:r>
              <a:rPr lang="en-US" altLang="ko-KR" dirty="0"/>
              <a:t>	</a:t>
            </a:r>
          </a:p>
          <a:p>
            <a:pPr lvl="1"/>
            <a:r>
              <a:rPr lang="ko-KR" altLang="en-US" dirty="0"/>
              <a:t>기본적인 </a:t>
            </a:r>
            <a:r>
              <a:rPr lang="en-US" altLang="ko-KR" dirty="0"/>
              <a:t>DX </a:t>
            </a:r>
            <a:r>
              <a:rPr lang="ko-KR" altLang="en-US" dirty="0"/>
              <a:t>자원 관리 및 개별적인 위치</a:t>
            </a:r>
            <a:r>
              <a:rPr lang="en-US" altLang="ko-KR" dirty="0"/>
              <a:t>, </a:t>
            </a:r>
            <a:r>
              <a:rPr lang="ko-KR" altLang="en-US" dirty="0"/>
              <a:t>색상 값을 갖는 오브젝트를 생성</a:t>
            </a:r>
            <a:endParaRPr lang="en-US" altLang="ko-KR" dirty="0"/>
          </a:p>
          <a:p>
            <a:r>
              <a:rPr lang="en-US" altLang="ko-KR" dirty="0"/>
              <a:t>Particle</a:t>
            </a:r>
            <a:r>
              <a:rPr lang="ko-KR" altLang="en-US" dirty="0"/>
              <a:t> 클래스</a:t>
            </a:r>
            <a:endParaRPr lang="en-US" altLang="ko-KR" dirty="0"/>
          </a:p>
          <a:p>
            <a:pPr lvl="1"/>
            <a:r>
              <a:rPr lang="en-US" altLang="ko-KR" dirty="0"/>
              <a:t>Sprite </a:t>
            </a:r>
            <a:r>
              <a:rPr lang="ko-KR" altLang="en-US" dirty="0"/>
              <a:t>클래스를 상속 받음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개별적인 오브젝트의 수명</a:t>
            </a:r>
            <a:r>
              <a:rPr lang="en-US" altLang="ko-KR" dirty="0"/>
              <a:t>(Life time)</a:t>
            </a:r>
            <a:r>
              <a:rPr lang="ko-KR" altLang="en-US" dirty="0"/>
              <a:t>이 있음</a:t>
            </a:r>
            <a:endParaRPr lang="en-US" altLang="ko-KR" dirty="0"/>
          </a:p>
          <a:p>
            <a:r>
              <a:rPr lang="en-US" altLang="ko-KR" dirty="0"/>
              <a:t>Scrap</a:t>
            </a:r>
            <a:r>
              <a:rPr lang="ko-KR" altLang="en-US" dirty="0"/>
              <a:t> 클래스</a:t>
            </a:r>
            <a:endParaRPr lang="en-US" altLang="ko-KR" dirty="0"/>
          </a:p>
          <a:p>
            <a:pPr lvl="1"/>
            <a:r>
              <a:rPr lang="en-US" altLang="ko-KR" dirty="0"/>
              <a:t>Sprite </a:t>
            </a:r>
            <a:r>
              <a:rPr lang="ko-KR" altLang="en-US" dirty="0"/>
              <a:t>클래스를 상속 받음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개별 </a:t>
            </a:r>
            <a:r>
              <a:rPr lang="ko-KR" altLang="en-US"/>
              <a:t>적인 움직임에 대한 정보가 있음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066581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BE16BF58-979E-4FEF-8B6C-C9CD4C8E8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코딩 실습 과</a:t>
            </a:r>
            <a:r>
              <a:rPr lang="en-US" altLang="ko-KR" dirty="0"/>
              <a:t> Q&amp;A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9A542E3B-C810-4E81-9100-DB052921EC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743546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강의용테마1">
  <a:themeElements>
    <a:clrScheme name="슬레이트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슬레이트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슬레이트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강의용테마1" id="{BF7E2A3C-9829-41B0-A0F9-D7AA426B94BA}" vid="{AB66B136-7DED-41CF-88C9-B1717F734A2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강의용테마1</Template>
  <TotalTime>276</TotalTime>
  <Words>195</Words>
  <Application>Microsoft Office PowerPoint</Application>
  <PresentationFormat>와이드스크린</PresentationFormat>
  <Paragraphs>71</Paragraphs>
  <Slides>16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2" baseType="lpstr">
      <vt:lpstr>돋움</vt:lpstr>
      <vt:lpstr>Calisto MT</vt:lpstr>
      <vt:lpstr>Trebuchet MS</vt:lpstr>
      <vt:lpstr>Wingdings</vt:lpstr>
      <vt:lpstr>Wingdings 2</vt:lpstr>
      <vt:lpstr>강의용테마1</vt:lpstr>
      <vt:lpstr>Lesson #5</vt:lpstr>
      <vt:lpstr>차례</vt:lpstr>
      <vt:lpstr>Sprite</vt:lpstr>
      <vt:lpstr>PowerPoint 프레젠테이션</vt:lpstr>
      <vt:lpstr>ID3DXSprite 인터페이스</vt:lpstr>
      <vt:lpstr>Sprite 오브젝트 획득 및 해제 </vt:lpstr>
      <vt:lpstr>코드 예제</vt:lpstr>
      <vt:lpstr>IDirect3DTexture9 인터페이스</vt:lpstr>
      <vt:lpstr>Texture 생성과 해제</vt:lpstr>
      <vt:lpstr>코드예제</vt:lpstr>
      <vt:lpstr>Sprite 출력하기</vt:lpstr>
      <vt:lpstr>Sprite 출력하기 #2</vt:lpstr>
      <vt:lpstr>코드예제</vt:lpstr>
      <vt:lpstr>결과</vt:lpstr>
      <vt:lpstr>추가 클래스들</vt:lpstr>
      <vt:lpstr>코딩 실습 과 Q&amp;A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#5</dc:title>
  <dc:creator>김안석</dc:creator>
  <cp:lastModifiedBy>김안석</cp:lastModifiedBy>
  <cp:revision>15</cp:revision>
  <dcterms:created xsi:type="dcterms:W3CDTF">2018-01-12T12:39:19Z</dcterms:created>
  <dcterms:modified xsi:type="dcterms:W3CDTF">2018-01-20T02:00:07Z</dcterms:modified>
</cp:coreProperties>
</file>