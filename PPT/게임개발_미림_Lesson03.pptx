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9" r:id="rId11"/>
    <p:sldId id="264" r:id="rId12"/>
    <p:sldId id="273" r:id="rId13"/>
    <p:sldId id="265" r:id="rId14"/>
    <p:sldId id="271" r:id="rId15"/>
    <p:sldId id="266" r:id="rId16"/>
    <p:sldId id="267" r:id="rId17"/>
    <p:sldId id="272" r:id="rId18"/>
    <p:sldId id="268" r:id="rId19"/>
    <p:sldId id="274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102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강의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9998-4F09-4151-ABA2-941E093D6ADC}" type="datetimeFigureOut">
              <a:rPr lang="ko-KR" altLang="en-US" smtClean="0"/>
              <a:t>2018-01-01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6CD8F-BA0D-4CAB-8646-7F58105D2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908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9998-4F09-4151-ABA2-941E093D6ADC}" type="datetimeFigureOut">
              <a:rPr lang="ko-KR" altLang="en-US" smtClean="0"/>
              <a:t>2018-01-01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6CD8F-BA0D-4CAB-8646-7F58105D2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263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96350"/>
            <a:ext cx="10353762" cy="726610"/>
          </a:xfrm>
        </p:spPr>
        <p:txBody>
          <a:bodyPr/>
          <a:lstStyle>
            <a:lvl1pPr algn="l">
              <a:defRPr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931025"/>
            <a:ext cx="10353762" cy="5769033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837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9998-4F09-4151-ABA2-941E093D6ADC}" type="datetimeFigureOut">
              <a:rPr lang="ko-KR" altLang="en-US" smtClean="0"/>
              <a:t>2018-01-01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6CD8F-BA0D-4CAB-8646-7F58105D2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9473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9998-4F09-4151-ABA2-941E093D6ADC}" type="datetimeFigureOut">
              <a:rPr lang="ko-KR" altLang="en-US" smtClean="0"/>
              <a:t>2018-01-01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6CD8F-BA0D-4CAB-8646-7F58105D2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96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9998-4F09-4151-ABA2-941E093D6ADC}" type="datetimeFigureOut">
              <a:rPr lang="ko-KR" altLang="en-US" smtClean="0"/>
              <a:t>2018-01-01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6CD8F-BA0D-4CAB-8646-7F58105D2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118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9998-4F09-4151-ABA2-941E093D6ADC}" type="datetimeFigureOut">
              <a:rPr lang="ko-KR" altLang="en-US" smtClean="0"/>
              <a:t>2018-01-01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6CD8F-BA0D-4CAB-8646-7F58105D2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0914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9998-4F09-4151-ABA2-941E093D6ADC}" type="datetimeFigureOut">
              <a:rPr lang="ko-KR" altLang="en-US" smtClean="0"/>
              <a:t>2018-01-01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6CD8F-BA0D-4CAB-8646-7F58105D2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834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9998-4F09-4151-ABA2-941E093D6ADC}" type="datetimeFigureOut">
              <a:rPr lang="ko-KR" altLang="en-US" smtClean="0"/>
              <a:t>2018-01-01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6CD8F-BA0D-4CAB-8646-7F58105D2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38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9998-4F09-4151-ABA2-941E093D6ADC}" type="datetimeFigureOut">
              <a:rPr lang="ko-KR" altLang="en-US" smtClean="0"/>
              <a:t>2018-01-01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6CD8F-BA0D-4CAB-8646-7F58105D2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482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9998-4F09-4151-ABA2-941E093D6ADC}" type="datetimeFigureOut">
              <a:rPr lang="ko-KR" altLang="en-US" smtClean="0"/>
              <a:t>2018-01-01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6CD8F-BA0D-4CAB-8646-7F58105D2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823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9998-4F09-4151-ABA2-941E093D6ADC}" type="datetimeFigureOut">
              <a:rPr lang="ko-KR" altLang="en-US" smtClean="0"/>
              <a:t>2018-01-01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6CD8F-BA0D-4CAB-8646-7F58105D2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8431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9998-4F09-4151-ABA2-941E093D6ADC}" type="datetimeFigureOut">
              <a:rPr lang="ko-KR" altLang="en-US" smtClean="0"/>
              <a:t>2018-01-01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6CD8F-BA0D-4CAB-8646-7F58105D234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817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9998-4F09-4151-ABA2-941E093D6ADC}" type="datetimeFigureOut">
              <a:rPr lang="ko-KR" altLang="en-US" smtClean="0"/>
              <a:t>2018-01-01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6CD8F-BA0D-4CAB-8646-7F58105D2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047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9998-4F09-4151-ABA2-941E093D6ADC}" type="datetimeFigureOut">
              <a:rPr lang="ko-KR" altLang="en-US" smtClean="0"/>
              <a:t>2018-01-01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6CD8F-BA0D-4CAB-8646-7F58105D2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18382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9998-4F09-4151-ABA2-941E093D6ADC}" type="datetimeFigureOut">
              <a:rPr lang="ko-KR" altLang="en-US" smtClean="0"/>
              <a:t>2018-01-01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6CD8F-BA0D-4CAB-8646-7F58105D2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693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9998-4F09-4151-ABA2-941E093D6ADC}" type="datetimeFigureOut">
              <a:rPr lang="ko-KR" altLang="en-US" smtClean="0"/>
              <a:t>2018-01-01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6CD8F-BA0D-4CAB-8646-7F58105D2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2336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9998-4F09-4151-ABA2-941E093D6ADC}" type="datetimeFigureOut">
              <a:rPr lang="ko-KR" altLang="en-US" smtClean="0"/>
              <a:t>2018-01-01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6CD8F-BA0D-4CAB-8646-7F58105D2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889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3339998-4F09-4151-ABA2-941E093D6ADC}" type="datetimeFigureOut">
              <a:rPr lang="ko-KR" altLang="en-US" smtClean="0"/>
              <a:t>2018-01-01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986CD8F-BA0D-4CAB-8646-7F58105D2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9157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8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ctr" defTabSz="457200" rtl="0" eaLnBrk="1" latinLnBrk="1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0F1B6-8FFF-435F-B23D-E67FBFD05C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Lesson</a:t>
            </a:r>
            <a:r>
              <a:rPr lang="ko-KR" altLang="en-US" dirty="0"/>
              <a:t> </a:t>
            </a:r>
            <a:r>
              <a:rPr lang="en-US" altLang="ko-KR" dirty="0"/>
              <a:t>#3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D72AF16-CD0D-4D47-A65A-C518BF4807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DirectX programming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96766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BF0438-0661-4C40-882C-04EF34B4C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차</a:t>
            </a:r>
            <a:r>
              <a:rPr lang="en-US" altLang="ko-KR" dirty="0"/>
              <a:t> </a:t>
            </a:r>
            <a:r>
              <a:rPr lang="ko-KR" altLang="en-US" dirty="0" err="1"/>
              <a:t>례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5FCCD5-0EE7-4FAD-8652-140DB895D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DirectX 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DX Components</a:t>
            </a:r>
          </a:p>
          <a:p>
            <a:pPr lvl="1"/>
            <a:r>
              <a:rPr lang="en-US" altLang="ko-KR" dirty="0"/>
              <a:t>DX Architecture</a:t>
            </a:r>
          </a:p>
          <a:p>
            <a:pPr lvl="1"/>
            <a:r>
              <a:rPr lang="en-US" altLang="ko-KR" dirty="0"/>
              <a:t>COM (Component Object Model)</a:t>
            </a:r>
          </a:p>
          <a:p>
            <a:r>
              <a:rPr lang="en-US" altLang="ko-KR" dirty="0"/>
              <a:t>DX</a:t>
            </a:r>
            <a:r>
              <a:rPr lang="ko-KR" altLang="en-US" dirty="0"/>
              <a:t> 프로그래밍</a:t>
            </a:r>
            <a:endParaRPr lang="en-US" altLang="ko-KR" dirty="0"/>
          </a:p>
          <a:p>
            <a:pPr lvl="1"/>
            <a:r>
              <a:rPr lang="en-US" altLang="ko-KR" dirty="0"/>
              <a:t>Direct3D Object</a:t>
            </a:r>
          </a:p>
          <a:p>
            <a:pPr lvl="1"/>
            <a:r>
              <a:rPr lang="en-US" altLang="ko-KR" dirty="0"/>
              <a:t>Rendering Device </a:t>
            </a:r>
            <a:r>
              <a:rPr lang="ko-KR" altLang="en-US" dirty="0"/>
              <a:t>자원 생성</a:t>
            </a:r>
            <a:endParaRPr lang="en-US" altLang="ko-KR" dirty="0"/>
          </a:p>
          <a:p>
            <a:pPr lvl="1"/>
            <a:r>
              <a:rPr lang="en-US" altLang="ko-KR" dirty="0"/>
              <a:t>Clear Screen</a:t>
            </a:r>
          </a:p>
          <a:p>
            <a:pPr lvl="1"/>
            <a:r>
              <a:rPr lang="en-US" altLang="ko-KR" dirty="0"/>
              <a:t>Scene </a:t>
            </a:r>
            <a:r>
              <a:rPr lang="ko-KR" altLang="en-US" dirty="0"/>
              <a:t>그리기</a:t>
            </a:r>
            <a:endParaRPr lang="en-US" altLang="ko-KR" dirty="0"/>
          </a:p>
          <a:p>
            <a:pPr lvl="1"/>
            <a:r>
              <a:rPr lang="en-US" altLang="ko-KR" dirty="0"/>
              <a:t>DX </a:t>
            </a:r>
            <a:r>
              <a:rPr lang="ko-KR" altLang="en-US" dirty="0"/>
              <a:t>자원 해제</a:t>
            </a:r>
            <a:endParaRPr lang="en-US" altLang="ko-KR" dirty="0"/>
          </a:p>
          <a:p>
            <a:pPr lvl="1"/>
            <a:r>
              <a:rPr lang="ko-KR" altLang="en-US" dirty="0"/>
              <a:t>변경된 </a:t>
            </a:r>
            <a:r>
              <a:rPr lang="en-US" altLang="ko-KR" dirty="0" err="1"/>
              <a:t>WinMain</a:t>
            </a:r>
            <a:r>
              <a:rPr lang="en-US" altLang="ko-KR" dirty="0"/>
              <a:t> </a:t>
            </a:r>
            <a:r>
              <a:rPr lang="ko-KR" altLang="en-US" dirty="0"/>
              <a:t>코드들</a:t>
            </a:r>
          </a:p>
        </p:txBody>
      </p:sp>
    </p:spTree>
    <p:extLst>
      <p:ext uri="{BB962C8B-B14F-4D97-AF65-F5344CB8AC3E}">
        <p14:creationId xmlns:p14="http://schemas.microsoft.com/office/powerpoint/2010/main" val="2938835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8453EF-B9F7-4B06-B605-4A8C86172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DirectX 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C3A9D3-DC17-4D78-93AA-20F0541B5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MS </a:t>
            </a:r>
            <a:r>
              <a:rPr lang="ko-KR" altLang="en-US" dirty="0"/>
              <a:t>에서 개발한 게임 제작을 돕는 로우 레벨 인터페이스</a:t>
            </a:r>
            <a:endParaRPr lang="en-US" altLang="ko-KR" dirty="0"/>
          </a:p>
          <a:p>
            <a:r>
              <a:rPr lang="ko-KR" altLang="en-US" dirty="0"/>
              <a:t>표준 인터페이스를 통해 그래픽</a:t>
            </a:r>
            <a:r>
              <a:rPr lang="en-US" altLang="ko-KR" dirty="0"/>
              <a:t>, </a:t>
            </a:r>
            <a:r>
              <a:rPr lang="ko-KR" altLang="en-US" dirty="0"/>
              <a:t>사운드</a:t>
            </a:r>
            <a:r>
              <a:rPr lang="en-US" altLang="ko-KR" dirty="0"/>
              <a:t> </a:t>
            </a:r>
            <a:r>
              <a:rPr lang="ko-KR" altLang="en-US" dirty="0"/>
              <a:t>및 네트워크 </a:t>
            </a:r>
            <a:r>
              <a:rPr lang="en-US" altLang="ko-KR" dirty="0"/>
              <a:t>HW</a:t>
            </a:r>
            <a:r>
              <a:rPr lang="ko-KR" altLang="en-US" dirty="0"/>
              <a:t>에 대한 제어 기능을 제공</a:t>
            </a:r>
            <a:endParaRPr lang="en-US" altLang="ko-KR" dirty="0"/>
          </a:p>
          <a:p>
            <a:r>
              <a:rPr lang="ko-KR" altLang="en-US" dirty="0"/>
              <a:t>이를 통해 하드웨어에 관계 없이 게임 개발을 할 수 있도록 함</a:t>
            </a:r>
            <a:endParaRPr lang="en-US" altLang="ko-KR" dirty="0"/>
          </a:p>
          <a:p>
            <a:r>
              <a:rPr lang="ko-KR" altLang="en-US" dirty="0"/>
              <a:t>주요 버전</a:t>
            </a:r>
            <a:endParaRPr lang="en-US" altLang="ko-KR" dirty="0"/>
          </a:p>
          <a:p>
            <a:pPr lvl="1"/>
            <a:r>
              <a:rPr lang="ko-KR" altLang="en-US" dirty="0"/>
              <a:t>최초 버전 </a:t>
            </a:r>
            <a:r>
              <a:rPr lang="en-US" altLang="ko-KR" dirty="0"/>
              <a:t>– 1995</a:t>
            </a:r>
            <a:r>
              <a:rPr lang="ko-KR" altLang="en-US" dirty="0"/>
              <a:t>년 </a:t>
            </a:r>
            <a:r>
              <a:rPr lang="en-US" altLang="ko-KR" dirty="0"/>
              <a:t>9</a:t>
            </a:r>
            <a:r>
              <a:rPr lang="ko-KR" altLang="en-US" dirty="0"/>
              <a:t>월</a:t>
            </a:r>
            <a:endParaRPr lang="en-US" altLang="ko-KR" dirty="0"/>
          </a:p>
          <a:p>
            <a:pPr lvl="1"/>
            <a:r>
              <a:rPr lang="en-US" altLang="ko-KR" dirty="0"/>
              <a:t>9.0 </a:t>
            </a:r>
            <a:r>
              <a:rPr lang="ko-KR" altLang="en-US" dirty="0"/>
              <a:t>버전  </a:t>
            </a:r>
            <a:r>
              <a:rPr lang="en-US" altLang="ko-KR" dirty="0"/>
              <a:t>- 2002</a:t>
            </a:r>
            <a:r>
              <a:rPr lang="ko-KR" altLang="en-US" dirty="0"/>
              <a:t>년 </a:t>
            </a:r>
            <a:r>
              <a:rPr lang="en-US" altLang="ko-KR" dirty="0"/>
              <a:t>12</a:t>
            </a:r>
            <a:r>
              <a:rPr lang="ko-KR" altLang="en-US" dirty="0"/>
              <a:t>월</a:t>
            </a:r>
            <a:endParaRPr lang="en-US" altLang="ko-KR" dirty="0"/>
          </a:p>
          <a:p>
            <a:pPr lvl="1"/>
            <a:r>
              <a:rPr lang="en-US" altLang="ko-KR" dirty="0"/>
              <a:t>9.0c </a:t>
            </a:r>
            <a:r>
              <a:rPr lang="ko-KR" altLang="en-US" dirty="0"/>
              <a:t>마지막 버전 </a:t>
            </a:r>
            <a:r>
              <a:rPr lang="en-US" altLang="ko-KR" dirty="0"/>
              <a:t>– 2010</a:t>
            </a:r>
            <a:r>
              <a:rPr lang="ko-KR" altLang="en-US" dirty="0"/>
              <a:t>년 </a:t>
            </a:r>
            <a:r>
              <a:rPr lang="en-US" altLang="ko-KR" dirty="0"/>
              <a:t>6</a:t>
            </a:r>
            <a:r>
              <a:rPr lang="ko-KR" altLang="en-US" dirty="0"/>
              <a:t>월</a:t>
            </a:r>
            <a:endParaRPr lang="en-US" altLang="ko-KR" dirty="0"/>
          </a:p>
          <a:p>
            <a:pPr lvl="1"/>
            <a:r>
              <a:rPr lang="ko-KR" altLang="en-US" dirty="0"/>
              <a:t>현재 </a:t>
            </a:r>
            <a:r>
              <a:rPr lang="en-US" altLang="ko-KR" dirty="0"/>
              <a:t>12 </a:t>
            </a:r>
            <a:r>
              <a:rPr lang="ko-KR" altLang="en-US" dirty="0"/>
              <a:t>버전까지 출시 </a:t>
            </a:r>
            <a:r>
              <a:rPr lang="en-US" altLang="ko-KR" dirty="0"/>
              <a:t>( 2015</a:t>
            </a:r>
            <a:r>
              <a:rPr lang="ko-KR" altLang="en-US" dirty="0"/>
              <a:t>년 </a:t>
            </a:r>
            <a:r>
              <a:rPr lang="en-US" altLang="ko-KR" dirty="0"/>
              <a:t>7</a:t>
            </a:r>
            <a:r>
              <a:rPr lang="ko-KR" altLang="en-US" dirty="0"/>
              <a:t>월 </a:t>
            </a:r>
            <a:r>
              <a:rPr lang="en-US" altLang="ko-KR" dirty="0"/>
              <a:t>)</a:t>
            </a:r>
          </a:p>
          <a:p>
            <a:pPr marL="36900" indent="0">
              <a:buNone/>
            </a:pPr>
            <a:endParaRPr lang="ko-KR" altLang="en-US" dirty="0"/>
          </a:p>
        </p:txBody>
      </p:sp>
      <p:pic>
        <p:nvPicPr>
          <p:cNvPr id="1026" name="Picture 2" descr="File:DirectX 1 logo.png">
            <a:extLst>
              <a:ext uri="{FF2B5EF4-FFF2-40B4-BE49-F238E27FC236}">
                <a16:creationId xmlns:a16="http://schemas.microsoft.com/office/drawing/2014/main" id="{D1055A6C-F056-4C8D-A426-3195619F3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142" y="4211623"/>
            <a:ext cx="2281456" cy="228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irectx 12 logo에 대한 이미지 검색결과">
            <a:extLst>
              <a:ext uri="{FF2B5EF4-FFF2-40B4-BE49-F238E27FC236}">
                <a16:creationId xmlns:a16="http://schemas.microsoft.com/office/drawing/2014/main" id="{88F89AE3-4153-431C-B518-4338459CF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7795" y="4211622"/>
            <a:ext cx="4136350" cy="2281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5079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EA3615-E4F7-4A69-99EA-4D0FBB833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DX Components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F9E2FF-5B89-48FC-A945-07DE2ABD2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DX API </a:t>
            </a:r>
            <a:r>
              <a:rPr lang="ko-KR" altLang="en-US" dirty="0"/>
              <a:t>구성 요소들</a:t>
            </a:r>
            <a:endParaRPr lang="en-US" altLang="ko-KR" dirty="0"/>
          </a:p>
          <a:p>
            <a:pPr lvl="1"/>
            <a:r>
              <a:rPr lang="en-US" altLang="ko-KR" dirty="0"/>
              <a:t>DirectX Graphics</a:t>
            </a:r>
          </a:p>
          <a:p>
            <a:pPr lvl="1"/>
            <a:r>
              <a:rPr lang="en-US" altLang="ko-KR" dirty="0"/>
              <a:t>DirectInput</a:t>
            </a:r>
          </a:p>
          <a:p>
            <a:pPr lvl="1"/>
            <a:r>
              <a:rPr lang="en-US" altLang="ko-KR" dirty="0"/>
              <a:t>DirectPlay</a:t>
            </a:r>
          </a:p>
          <a:p>
            <a:pPr lvl="1"/>
            <a:r>
              <a:rPr lang="en-US" altLang="ko-KR" dirty="0"/>
              <a:t>DirectSound</a:t>
            </a:r>
          </a:p>
          <a:p>
            <a:pPr lvl="1"/>
            <a:r>
              <a:rPr lang="en-US" altLang="ko-KR" dirty="0"/>
              <a:t>DirectMusic</a:t>
            </a:r>
          </a:p>
          <a:p>
            <a:pPr lvl="1"/>
            <a:r>
              <a:rPr lang="en-US" altLang="ko-KR" dirty="0"/>
              <a:t>DirectShow</a:t>
            </a:r>
          </a:p>
          <a:p>
            <a:pPr lvl="1"/>
            <a:r>
              <a:rPr lang="en-US" altLang="ko-KR" dirty="0" err="1"/>
              <a:t>DirectSetup</a:t>
            </a:r>
            <a:endParaRPr lang="ko-KR" altLang="en-US" dirty="0"/>
          </a:p>
        </p:txBody>
      </p:sp>
      <p:sp>
        <p:nvSpPr>
          <p:cNvPr id="5" name="생각 풍선: 구름 모양 4">
            <a:extLst>
              <a:ext uri="{FF2B5EF4-FFF2-40B4-BE49-F238E27FC236}">
                <a16:creationId xmlns:a16="http://schemas.microsoft.com/office/drawing/2014/main" id="{A42AAF71-ABD5-44F1-9CA0-63E022F820C7}"/>
              </a:ext>
            </a:extLst>
          </p:cNvPr>
          <p:cNvSpPr/>
          <p:nvPr/>
        </p:nvSpPr>
        <p:spPr>
          <a:xfrm>
            <a:off x="2491529" y="5554912"/>
            <a:ext cx="2541864" cy="897622"/>
          </a:xfrm>
          <a:prstGeom prst="cloudCallout">
            <a:avLst>
              <a:gd name="adj1" fmla="val -65524"/>
              <a:gd name="adj2" fmla="val -89905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조사할 것</a:t>
            </a:r>
          </a:p>
        </p:txBody>
      </p:sp>
      <p:pic>
        <p:nvPicPr>
          <p:cNvPr id="2052" name="Picture 4" descr="짤방에 대한 이미지 검색결과">
            <a:extLst>
              <a:ext uri="{FF2B5EF4-FFF2-40B4-BE49-F238E27FC236}">
                <a16:creationId xmlns:a16="http://schemas.microsoft.com/office/drawing/2014/main" id="{D0FE7513-E81E-4848-A134-5D3C2E9BC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582" y="2939353"/>
            <a:ext cx="5939646" cy="3662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7669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0C984E-B8FD-43F7-9928-A5C896416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DirectX Architecture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CAC063-6EA0-43CF-86B4-05C4D970C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2" descr="Diagram of the relationship between Direct3D and other system components">
            <a:extLst>
              <a:ext uri="{FF2B5EF4-FFF2-40B4-BE49-F238E27FC236}">
                <a16:creationId xmlns:a16="http://schemas.microsoft.com/office/drawing/2014/main" id="{04BBE854-C99B-4A7F-8AFB-163E4F35D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235" y="1580050"/>
            <a:ext cx="8200882" cy="5125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0988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6D513-CD7A-4C3B-9DA5-DDC839C49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 ( Component Object Model 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FB00AB-41C3-4F24-B781-D8B5CA3B2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D24C1D8-8C5D-41D8-8D85-F19FA95F5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70" y="1732448"/>
            <a:ext cx="11818677" cy="487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954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6D513-CD7A-4C3B-9DA5-DDC839C49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 ( Component Object Model 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FB00AB-41C3-4F24-B781-D8B5CA3B2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146" name="Picture 2" descr="http://2.bp.blogspot.com/-x3uHasSXnEU/UjF1Sh0SYBI/AAAAAAAAAGo/-sUG3n3Dnpg/s400/Image7.gif">
            <a:extLst>
              <a:ext uri="{FF2B5EF4-FFF2-40B4-BE49-F238E27FC236}">
                <a16:creationId xmlns:a16="http://schemas.microsoft.com/office/drawing/2014/main" id="{89F6E503-47F3-44D5-985F-CA1A23DD0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50" y="1732449"/>
            <a:ext cx="7044678" cy="4737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관련 이미지">
            <a:extLst>
              <a:ext uri="{FF2B5EF4-FFF2-40B4-BE49-F238E27FC236}">
                <a16:creationId xmlns:a16="http://schemas.microsoft.com/office/drawing/2014/main" id="{3B817E24-2720-41E7-AD88-2C12E5979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017" y="1732449"/>
            <a:ext cx="4492885" cy="4737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5791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6F2E86C-9801-4C53-8BAB-53694C7C9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DirectX Programming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B0DEA6-19E5-4698-8CEB-449923C3D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1677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09656-F75F-49BF-80DB-6CE5E6EE0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DirectX </a:t>
            </a:r>
            <a:r>
              <a:rPr lang="ko-KR" altLang="en-US" dirty="0"/>
              <a:t>헤더 파일들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DCC23B-50A7-494E-B234-585360A6E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170" name="Picture 2" descr="D3D9 header에 대한 이미지 검색결과">
            <a:extLst>
              <a:ext uri="{FF2B5EF4-FFF2-40B4-BE49-F238E27FC236}">
                <a16:creationId xmlns:a16="http://schemas.microsoft.com/office/drawing/2014/main" id="{AF787846-56E0-4A94-83F3-B37F86EFC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8156" y="1665337"/>
            <a:ext cx="7885040" cy="49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6349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2F17064-3948-426A-8A0E-49CD235AC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DirectX </a:t>
            </a:r>
            <a:r>
              <a:rPr lang="ko-KR" altLang="en-US" dirty="0"/>
              <a:t>프로그래밍 흐름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FADC386-54D6-40E6-B7EF-474638978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94100" indent="-457200">
              <a:buFont typeface="+mj-lt"/>
              <a:buAutoNum type="arabicPeriod"/>
            </a:pPr>
            <a:r>
              <a:rPr lang="en-US" altLang="ko-KR" sz="2800" dirty="0"/>
              <a:t>Direct3D Object </a:t>
            </a:r>
            <a:r>
              <a:rPr lang="ko-KR" altLang="en-US" sz="2800" dirty="0"/>
              <a:t>생성</a:t>
            </a:r>
            <a:endParaRPr lang="en-US" altLang="ko-KR" sz="2800" dirty="0"/>
          </a:p>
          <a:p>
            <a:pPr marL="494100" indent="-457200">
              <a:buFont typeface="+mj-lt"/>
              <a:buAutoNum type="arabicPeriod"/>
            </a:pPr>
            <a:r>
              <a:rPr lang="en-US" altLang="ko-KR" sz="2800" dirty="0"/>
              <a:t>Direct3D Device </a:t>
            </a:r>
            <a:r>
              <a:rPr lang="ko-KR" altLang="en-US" sz="2800" dirty="0"/>
              <a:t>생성</a:t>
            </a:r>
            <a:endParaRPr lang="en-US" altLang="ko-KR" sz="2800" dirty="0"/>
          </a:p>
          <a:p>
            <a:pPr marL="494100" indent="-457200">
              <a:buFont typeface="+mj-lt"/>
              <a:buAutoNum type="arabicPeriod"/>
            </a:pPr>
            <a:r>
              <a:rPr lang="en-US" altLang="ko-KR" sz="2800" dirty="0"/>
              <a:t>Device </a:t>
            </a:r>
            <a:r>
              <a:rPr lang="ko-KR" altLang="en-US" sz="2800" dirty="0"/>
              <a:t>에 그리기</a:t>
            </a:r>
            <a:endParaRPr lang="en-US" altLang="ko-KR" sz="2800" dirty="0"/>
          </a:p>
          <a:p>
            <a:pPr marL="871200" lvl="1" indent="-457200">
              <a:buFont typeface="+mj-lt"/>
              <a:buAutoNum type="arabicPeriod"/>
            </a:pPr>
            <a:r>
              <a:rPr lang="ko-KR" altLang="en-US" sz="2400" dirty="0"/>
              <a:t>화면 지우기</a:t>
            </a:r>
            <a:endParaRPr lang="en-US" altLang="ko-KR" sz="2400" dirty="0"/>
          </a:p>
          <a:p>
            <a:pPr marL="871200" lvl="1" indent="-457200">
              <a:buFont typeface="+mj-lt"/>
              <a:buAutoNum type="arabicPeriod"/>
            </a:pPr>
            <a:r>
              <a:rPr lang="ko-KR" altLang="en-US" sz="2400" dirty="0"/>
              <a:t>화면에 출력하기</a:t>
            </a:r>
            <a:endParaRPr lang="en-US" altLang="ko-KR" sz="2400" dirty="0"/>
          </a:p>
          <a:p>
            <a:pPr marL="494100" indent="-457200">
              <a:buFont typeface="+mj-lt"/>
              <a:buAutoNum type="arabicPeriod"/>
            </a:pPr>
            <a:r>
              <a:rPr lang="en-US" altLang="ko-KR" sz="2800" dirty="0"/>
              <a:t>Direct3D Device</a:t>
            </a:r>
            <a:r>
              <a:rPr lang="ko-KR" altLang="en-US" sz="2800" dirty="0"/>
              <a:t> 자원 해제</a:t>
            </a:r>
            <a:endParaRPr lang="en-US" altLang="ko-KR" sz="2800" dirty="0"/>
          </a:p>
          <a:p>
            <a:pPr marL="494100" indent="-457200">
              <a:buFont typeface="+mj-lt"/>
              <a:buAutoNum type="arabicPeriod"/>
            </a:pPr>
            <a:r>
              <a:rPr lang="en-US" altLang="ko-KR" sz="2800" dirty="0"/>
              <a:t>Direct3D Object </a:t>
            </a:r>
            <a:r>
              <a:rPr lang="ko-KR" altLang="en-US" sz="2800" dirty="0"/>
              <a:t>자원 해제</a:t>
            </a:r>
          </a:p>
        </p:txBody>
      </p:sp>
    </p:spTree>
    <p:extLst>
      <p:ext uri="{BB962C8B-B14F-4D97-AF65-F5344CB8AC3E}">
        <p14:creationId xmlns:p14="http://schemas.microsoft.com/office/powerpoint/2010/main" val="2082828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7E04B144-D492-4098-8394-2915C7FD0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Direct3D Object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D9F8B70-18C2-467F-B1EB-2643E8A7E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IDirect3D9 </a:t>
            </a:r>
            <a:r>
              <a:rPr lang="ko-KR" altLang="en-US" dirty="0"/>
              <a:t>오브젝트를 생성 후 인터페이스를 </a:t>
            </a:r>
            <a:r>
              <a:rPr lang="ko-KR" altLang="en-US" dirty="0" err="1"/>
              <a:t>리턴한다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LPDIRECT3D9 - ?</a:t>
            </a:r>
          </a:p>
          <a:p>
            <a:r>
              <a:rPr lang="en-US" altLang="ko-KR" dirty="0"/>
              <a:t>E_FAIL - ?</a:t>
            </a:r>
          </a:p>
          <a:p>
            <a:pPr marL="36900" indent="0">
              <a:buNone/>
            </a:pPr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D03D659-7683-4878-8961-460130AFA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404" y="1239604"/>
            <a:ext cx="6943725" cy="77152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DCC68A6-CAC9-4031-AEC3-57A979AE1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454" y="2977872"/>
            <a:ext cx="6924675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331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7E04B144-D492-4098-8394-2915C7FD0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Direct3D Object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D9F8B70-18C2-467F-B1EB-2643E8A7E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Direct3D Object </a:t>
            </a:r>
            <a:r>
              <a:rPr lang="ko-KR" altLang="en-US" dirty="0"/>
              <a:t>생성 코드</a:t>
            </a:r>
            <a:endParaRPr lang="en-US" altLang="ko-KR" dirty="0"/>
          </a:p>
          <a:p>
            <a:endParaRPr lang="en-US" altLang="ko-KR" dirty="0"/>
          </a:p>
          <a:p>
            <a:pPr marL="36900" indent="0">
              <a:buNone/>
            </a:pPr>
            <a:endParaRPr lang="en-US" altLang="ko-KR" dirty="0"/>
          </a:p>
          <a:p>
            <a:pPr marL="36900" indent="0">
              <a:buNone/>
            </a:pPr>
            <a:endParaRPr lang="en-US" altLang="ko-KR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C1A8F61-DDB3-4954-A897-1960F46F2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512" y="1354134"/>
            <a:ext cx="6583525" cy="534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691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89994-A021-4090-98E5-36CB5B496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Rendering Device </a:t>
            </a:r>
            <a:r>
              <a:rPr lang="ko-KR" altLang="en-US" dirty="0"/>
              <a:t>자원 생성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9305B8-2184-47BE-9392-EB674379C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Direct3D Object </a:t>
            </a:r>
            <a:r>
              <a:rPr lang="ko-KR" altLang="en-US" dirty="0"/>
              <a:t>를 통한 </a:t>
            </a:r>
            <a:r>
              <a:rPr lang="en-US" altLang="ko-KR" dirty="0"/>
              <a:t>Device </a:t>
            </a:r>
            <a:r>
              <a:rPr lang="ko-KR" altLang="en-US" dirty="0"/>
              <a:t>생성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025888-B78C-4622-8E83-F6A06FF63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271" y="1390257"/>
            <a:ext cx="6934200" cy="17621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DEAABDF-ECBB-47F0-8C51-DB8BDC648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508" y="3385358"/>
            <a:ext cx="6943725" cy="33147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27BF4B7-2FE9-4573-AA34-A26A2759D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299" y="4194889"/>
            <a:ext cx="6006831" cy="22689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2B5F8614-C9EE-466E-9E41-0990340F118E}"/>
              </a:ext>
            </a:extLst>
          </p:cNvPr>
          <p:cNvCxnSpPr/>
          <p:nvPr/>
        </p:nvCxnSpPr>
        <p:spPr>
          <a:xfrm>
            <a:off x="4672668" y="4966283"/>
            <a:ext cx="132546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315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89994-A021-4090-98E5-36CB5B496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Rendering Device </a:t>
            </a:r>
            <a:r>
              <a:rPr lang="ko-KR" altLang="en-US" dirty="0"/>
              <a:t>자원 생성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9305B8-2184-47BE-9392-EB674379C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Direct3D Object </a:t>
            </a:r>
            <a:r>
              <a:rPr lang="ko-KR" altLang="en-US" dirty="0"/>
              <a:t>를 통한 </a:t>
            </a:r>
            <a:r>
              <a:rPr lang="en-US" altLang="ko-KR" dirty="0"/>
              <a:t>Device </a:t>
            </a:r>
            <a:r>
              <a:rPr lang="ko-KR" altLang="en-US" dirty="0"/>
              <a:t>생성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E21A810-50CC-4775-A8AC-E95C976DC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508" y="1366006"/>
            <a:ext cx="7957594" cy="533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335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F732C1-5384-4BC5-8775-9219DD955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Clear Screen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47FA067-5C54-4CE4-92F7-52665D04B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버퍼를 지움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Flags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FE2AE92-97FC-4279-81D8-FEFDBB833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470" y="1322009"/>
            <a:ext cx="6953250" cy="17811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EE75E60-C346-47F8-8641-AA8E1CA33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470" y="3598396"/>
            <a:ext cx="697230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117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CB50D-17DB-403B-AB4F-63A881D9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Scene </a:t>
            </a:r>
            <a:r>
              <a:rPr lang="ko-KR" altLang="en-US" dirty="0"/>
              <a:t>그리기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E80A863-E273-4073-B011-2FA5CD57D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백 버퍼 화면 전환 혹은 </a:t>
            </a:r>
            <a:r>
              <a:rPr lang="en-US" altLang="ko-KR" dirty="0"/>
              <a:t>Scene</a:t>
            </a:r>
            <a:r>
              <a:rPr lang="ko-KR" altLang="en-US" dirty="0"/>
              <a:t> 그리기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D89212F-F1CE-4D11-8B27-376D87EC2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828" y="1392573"/>
            <a:ext cx="69342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390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F732C1-5384-4BC5-8775-9219DD955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Clear Screen, Scene </a:t>
            </a:r>
            <a:r>
              <a:rPr lang="ko-KR" altLang="en-US" dirty="0"/>
              <a:t>그리기 </a:t>
            </a:r>
            <a:r>
              <a:rPr lang="en-US" altLang="ko-KR" dirty="0">
                <a:sym typeface="Wingdings" panose="05000000000000000000" pitchFamily="2" charset="2"/>
              </a:rPr>
              <a:t> Rendering (</a:t>
            </a:r>
            <a:r>
              <a:rPr lang="ko-KR" altLang="en-US" dirty="0">
                <a:sym typeface="Wingdings" panose="05000000000000000000" pitchFamily="2" charset="2"/>
              </a:rPr>
              <a:t>렌더링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47FA067-5C54-4CE4-92F7-52665D04B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렌더링 코드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36900" indent="0">
              <a:buNone/>
            </a:pPr>
            <a:endParaRPr lang="en-US" altLang="ko-KR" dirty="0"/>
          </a:p>
          <a:p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870AD8D-A681-49EC-9B26-609F0F8D1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888" y="1350059"/>
            <a:ext cx="9178801" cy="359105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9AD8638-1AEB-4E4F-AE73-67C9F2A9F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888" y="5200183"/>
            <a:ext cx="6962775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394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B43E8C-DB33-431A-AA54-3708BB475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DX </a:t>
            </a:r>
            <a:r>
              <a:rPr lang="ko-KR" altLang="en-US" dirty="0"/>
              <a:t>자원 해제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84A7B7-DFFB-4CB3-8050-E9F92F39D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생성 한 순서와 거꾸로 자원들 해제</a:t>
            </a:r>
            <a:endParaRPr lang="en-US" altLang="ko-KR" dirty="0"/>
          </a:p>
          <a:p>
            <a:pPr lvl="1"/>
            <a:r>
              <a:rPr lang="en-US" altLang="ko-KR" dirty="0"/>
              <a:t>Direct3D Device </a:t>
            </a:r>
            <a:r>
              <a:rPr lang="ko-KR" altLang="en-US" dirty="0"/>
              <a:t>해제</a:t>
            </a:r>
            <a:endParaRPr lang="en-US" altLang="ko-KR" dirty="0"/>
          </a:p>
          <a:p>
            <a:pPr lvl="1"/>
            <a:r>
              <a:rPr lang="en-US" altLang="ko-KR" dirty="0"/>
              <a:t>Direct3D Object </a:t>
            </a:r>
            <a:r>
              <a:rPr lang="ko-KR" altLang="en-US" dirty="0"/>
              <a:t>해제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2545B61-1DB1-47E1-B077-8D9E6C8C6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549" y="2286349"/>
            <a:ext cx="7767827" cy="164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828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1100D-1928-40B4-825D-18152947D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변경된 </a:t>
            </a:r>
            <a:r>
              <a:rPr lang="en-US" altLang="ko-KR" dirty="0" err="1"/>
              <a:t>WinMain</a:t>
            </a:r>
            <a:r>
              <a:rPr lang="en-US" altLang="ko-KR" dirty="0"/>
              <a:t> </a:t>
            </a:r>
            <a:r>
              <a:rPr lang="ko-KR" altLang="en-US" dirty="0"/>
              <a:t>코드들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2009D1-3921-48BB-8386-C180A317C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변경된 메시지 루프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PeekMessage</a:t>
            </a:r>
            <a:r>
              <a:rPr lang="en-US" altLang="ko-KR" dirty="0"/>
              <a:t> - ?</a:t>
            </a:r>
          </a:p>
          <a:p>
            <a:r>
              <a:rPr lang="en-US" altLang="ko-KR" dirty="0"/>
              <a:t>PM_REMOVE - ?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59C0C7-0FAC-4BB4-B83D-AC976A4CF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630" y="1364739"/>
            <a:ext cx="8352796" cy="377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27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BE16BF58-979E-4FEF-8B6C-C9CD4C8E8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코딩 실습 과</a:t>
            </a:r>
            <a:r>
              <a:rPr lang="en-US" altLang="ko-KR" dirty="0"/>
              <a:t> Q&amp;A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A542E3B-C810-4E81-9100-DB052921E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4354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슬레이트">
  <a:themeElements>
    <a:clrScheme name="슬레이트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슬레이트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슬레이트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1412</TotalTime>
  <Words>272</Words>
  <Application>Microsoft Office PowerPoint</Application>
  <PresentationFormat>와이드스크린</PresentationFormat>
  <Paragraphs>97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돋움</vt:lpstr>
      <vt:lpstr>Calisto MT</vt:lpstr>
      <vt:lpstr>Trebuchet MS</vt:lpstr>
      <vt:lpstr>Wingdings</vt:lpstr>
      <vt:lpstr>Wingdings 2</vt:lpstr>
      <vt:lpstr>슬레이트</vt:lpstr>
      <vt:lpstr>Lesson #3</vt:lpstr>
      <vt:lpstr>차 례</vt:lpstr>
      <vt:lpstr>DirectX 란?</vt:lpstr>
      <vt:lpstr>DX Components</vt:lpstr>
      <vt:lpstr>DirectX Architecture</vt:lpstr>
      <vt:lpstr>COM ( Component Object Model )</vt:lpstr>
      <vt:lpstr>COM ( Component Object Model )</vt:lpstr>
      <vt:lpstr>DirectX Programming</vt:lpstr>
      <vt:lpstr>DirectX 헤더 파일들</vt:lpstr>
      <vt:lpstr>DirectX 프로그래밍 흐름</vt:lpstr>
      <vt:lpstr>Direct3D Object</vt:lpstr>
      <vt:lpstr>Direct3D Object</vt:lpstr>
      <vt:lpstr>Rendering Device 자원 생성 </vt:lpstr>
      <vt:lpstr>Rendering Device 자원 생성 </vt:lpstr>
      <vt:lpstr>Clear Screen</vt:lpstr>
      <vt:lpstr>Scene 그리기</vt:lpstr>
      <vt:lpstr>Clear Screen, Scene 그리기  Rendering (렌더링)</vt:lpstr>
      <vt:lpstr>DX 자원 해제</vt:lpstr>
      <vt:lpstr>변경된 WinMain 코드들</vt:lpstr>
      <vt:lpstr>코딩 실습 과 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#3</dc:title>
  <dc:creator>김안석</dc:creator>
  <cp:lastModifiedBy>김안석</cp:lastModifiedBy>
  <cp:revision>16</cp:revision>
  <dcterms:created xsi:type="dcterms:W3CDTF">2017-12-31T02:32:58Z</dcterms:created>
  <dcterms:modified xsi:type="dcterms:W3CDTF">2018-01-01T14:48:03Z</dcterms:modified>
</cp:coreProperties>
</file>